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3"/>
  </p:notesMasterIdLst>
  <p:handoutMasterIdLst>
    <p:handoutMasterId r:id="rId14"/>
  </p:handoutMasterIdLst>
  <p:sldIdLst>
    <p:sldId id="256" r:id="rId2"/>
    <p:sldId id="257" r:id="rId3"/>
    <p:sldId id="258" r:id="rId4"/>
    <p:sldId id="259" r:id="rId5"/>
    <p:sldId id="260" r:id="rId6"/>
    <p:sldId id="265" r:id="rId7"/>
    <p:sldId id="261" r:id="rId8"/>
    <p:sldId id="262" r:id="rId9"/>
    <p:sldId id="264" r:id="rId10"/>
    <p:sldId id="266"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25" d="100"/>
          <a:sy n="125" d="100"/>
        </p:scale>
        <p:origin x="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image" Target="../media/image13.png"/><Relationship Id="rId6" Type="http://schemas.openxmlformats.org/officeDocument/2006/relationships/image" Target="../media/image14.svg"/><Relationship Id="rId7" Type="http://schemas.openxmlformats.org/officeDocument/2006/relationships/image" Target="../media/image15.png"/><Relationship Id="rId8" Type="http://schemas.openxmlformats.org/officeDocument/2006/relationships/image" Target="../media/image16.svg"/><Relationship Id="rId9" Type="http://schemas.openxmlformats.org/officeDocument/2006/relationships/image" Target="../media/image17.png"/><Relationship Id="rId10" Type="http://schemas.openxmlformats.org/officeDocument/2006/relationships/image" Target="../media/image18.svg"/><Relationship Id="rId11" Type="http://schemas.openxmlformats.org/officeDocument/2006/relationships/image" Target="../media/image19.png"/><Relationship Id="rId12"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image" Target="../media/image13.png"/><Relationship Id="rId6" Type="http://schemas.openxmlformats.org/officeDocument/2006/relationships/image" Target="../media/image14.svg"/><Relationship Id="rId7" Type="http://schemas.openxmlformats.org/officeDocument/2006/relationships/image" Target="../media/image15.png"/><Relationship Id="rId8" Type="http://schemas.openxmlformats.org/officeDocument/2006/relationships/image" Target="../media/image16.svg"/><Relationship Id="rId9" Type="http://schemas.openxmlformats.org/officeDocument/2006/relationships/image" Target="../media/image17.png"/><Relationship Id="rId10" Type="http://schemas.openxmlformats.org/officeDocument/2006/relationships/image" Target="../media/image18.svg"/><Relationship Id="rId11" Type="http://schemas.openxmlformats.org/officeDocument/2006/relationships/image" Target="../media/image19.png"/><Relationship Id="rId12"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BAAD3D-2476-414F-B6C2-65B35AB52AB0}"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AAAADBC1-9180-4AC9-843A-2484AC3E60E9}">
      <dgm:prSet/>
      <dgm:spPr/>
      <dgm:t>
        <a:bodyPr/>
        <a:lstStyle/>
        <a:p>
          <a:pPr>
            <a:lnSpc>
              <a:spcPct val="100000"/>
            </a:lnSpc>
          </a:pPr>
          <a:r>
            <a:rPr lang="en-US"/>
            <a:t>The WorkFusion platform is designed to support organizations that require a structured and controlled hiring workflow. This includes startups, small businesses, local enterprises such as restaurants or retail stores, and organizations managing full-time, part-time, or contract-based recruitment. The system enables centralized job posting, application tracking, and clearly defined hiring stages within a single platform.</a:t>
          </a:r>
        </a:p>
      </dgm:t>
    </dgm:pt>
    <dgm:pt modelId="{18A089DB-88DC-41E5-854D-AE73E671C74C}" type="parTrans" cxnId="{B6775A7E-92B2-4B8A-A24E-C2A8F0481C12}">
      <dgm:prSet/>
      <dgm:spPr/>
      <dgm:t>
        <a:bodyPr/>
        <a:lstStyle/>
        <a:p>
          <a:endParaRPr lang="en-US"/>
        </a:p>
      </dgm:t>
    </dgm:pt>
    <dgm:pt modelId="{2648DF62-24EB-4D80-8AF7-D60E671BE739}" type="sibTrans" cxnId="{B6775A7E-92B2-4B8A-A24E-C2A8F0481C12}">
      <dgm:prSet/>
      <dgm:spPr/>
      <dgm:t>
        <a:bodyPr/>
        <a:lstStyle/>
        <a:p>
          <a:endParaRPr lang="en-US"/>
        </a:p>
      </dgm:t>
    </dgm:pt>
    <dgm:pt modelId="{9220C1B6-BEB4-480F-A449-BBC97833266D}">
      <dgm:prSet/>
      <dgm:spPr/>
      <dgm:t>
        <a:bodyPr/>
        <a:lstStyle/>
        <a:p>
          <a:pPr>
            <a:lnSpc>
              <a:spcPct val="100000"/>
            </a:lnSpc>
          </a:pPr>
          <a:r>
            <a:rPr lang="en-US"/>
            <a:t>The platform focuses specifically on enforcing role-based access and structured application lifecycle management. It is intended for environments where organized recruitment processes are required, ensuring transparency, workflow control, and proper separation of responsibilities between employers, job seekers, and administrators.</a:t>
          </a:r>
        </a:p>
      </dgm:t>
    </dgm:pt>
    <dgm:pt modelId="{C9BB0687-8F82-4AB9-BED3-93F2CA238B63}" type="parTrans" cxnId="{4F813245-3B11-4621-9F3F-614853E8BA16}">
      <dgm:prSet/>
      <dgm:spPr/>
      <dgm:t>
        <a:bodyPr/>
        <a:lstStyle/>
        <a:p>
          <a:endParaRPr lang="en-US"/>
        </a:p>
      </dgm:t>
    </dgm:pt>
    <dgm:pt modelId="{8018DA59-DCAA-4F4E-991C-6B170261C7EA}" type="sibTrans" cxnId="{4F813245-3B11-4621-9F3F-614853E8BA16}">
      <dgm:prSet/>
      <dgm:spPr/>
      <dgm:t>
        <a:bodyPr/>
        <a:lstStyle/>
        <a:p>
          <a:endParaRPr lang="en-US"/>
        </a:p>
      </dgm:t>
    </dgm:pt>
    <dgm:pt modelId="{41B8CEDE-336D-4C9E-A515-F55DCBE1A433}" type="pres">
      <dgm:prSet presAssocID="{B1BAAD3D-2476-414F-B6C2-65B35AB52AB0}" presName="root" presStyleCnt="0">
        <dgm:presLayoutVars>
          <dgm:dir/>
          <dgm:resizeHandles val="exact"/>
        </dgm:presLayoutVars>
      </dgm:prSet>
      <dgm:spPr/>
    </dgm:pt>
    <dgm:pt modelId="{3403814D-A6E9-4B75-8591-FE49364BC074}" type="pres">
      <dgm:prSet presAssocID="{AAAADBC1-9180-4AC9-843A-2484AC3E60E9}" presName="compNode" presStyleCnt="0"/>
      <dgm:spPr/>
    </dgm:pt>
    <dgm:pt modelId="{0103B48D-959E-4679-BBB3-FBCE326AF3D1}" type="pres">
      <dgm:prSet presAssocID="{AAAADBC1-9180-4AC9-843A-2484AC3E60E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nching Diagram"/>
        </a:ext>
      </dgm:extLst>
    </dgm:pt>
    <dgm:pt modelId="{BFAA6BE9-BFFE-4CA6-A0E8-053D99B4D004}" type="pres">
      <dgm:prSet presAssocID="{AAAADBC1-9180-4AC9-843A-2484AC3E60E9}" presName="spaceRect" presStyleCnt="0"/>
      <dgm:spPr/>
    </dgm:pt>
    <dgm:pt modelId="{6B2EF6AF-2B07-4285-84BF-CF6227ED6D3C}" type="pres">
      <dgm:prSet presAssocID="{AAAADBC1-9180-4AC9-843A-2484AC3E60E9}" presName="textRect" presStyleLbl="revTx" presStyleIdx="0" presStyleCnt="2">
        <dgm:presLayoutVars>
          <dgm:chMax val="1"/>
          <dgm:chPref val="1"/>
        </dgm:presLayoutVars>
      </dgm:prSet>
      <dgm:spPr/>
    </dgm:pt>
    <dgm:pt modelId="{1188D374-F55B-4A06-AD24-E92B3B12DFC9}" type="pres">
      <dgm:prSet presAssocID="{2648DF62-24EB-4D80-8AF7-D60E671BE739}" presName="sibTrans" presStyleCnt="0"/>
      <dgm:spPr/>
    </dgm:pt>
    <dgm:pt modelId="{85C9CEB3-7012-4BDE-BDEA-D42FB3D730BC}" type="pres">
      <dgm:prSet presAssocID="{9220C1B6-BEB4-480F-A449-BBC97833266D}" presName="compNode" presStyleCnt="0"/>
      <dgm:spPr/>
    </dgm:pt>
    <dgm:pt modelId="{8EA4A150-4C86-43F4-86B3-ACC007A3B1F9}" type="pres">
      <dgm:prSet presAssocID="{9220C1B6-BEB4-480F-A449-BBC97833266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ECD558A6-C07A-4757-AE94-ABFE7B2700D7}" type="pres">
      <dgm:prSet presAssocID="{9220C1B6-BEB4-480F-A449-BBC97833266D}" presName="spaceRect" presStyleCnt="0"/>
      <dgm:spPr/>
    </dgm:pt>
    <dgm:pt modelId="{2F1767B3-009F-42FE-96B8-723A247EDA9C}" type="pres">
      <dgm:prSet presAssocID="{9220C1B6-BEB4-480F-A449-BBC97833266D}" presName="textRect" presStyleLbl="revTx" presStyleIdx="1" presStyleCnt="2">
        <dgm:presLayoutVars>
          <dgm:chMax val="1"/>
          <dgm:chPref val="1"/>
        </dgm:presLayoutVars>
      </dgm:prSet>
      <dgm:spPr/>
    </dgm:pt>
  </dgm:ptLst>
  <dgm:cxnLst>
    <dgm:cxn modelId="{3292F60D-C079-453B-93CE-42FB6966C28D}" type="presOf" srcId="{9220C1B6-BEB4-480F-A449-BBC97833266D}" destId="{2F1767B3-009F-42FE-96B8-723A247EDA9C}" srcOrd="0" destOrd="0" presId="urn:microsoft.com/office/officeart/2018/2/layout/IconLabelList"/>
    <dgm:cxn modelId="{9939C941-1E96-4498-B2B1-437AF3F949AB}" type="presOf" srcId="{AAAADBC1-9180-4AC9-843A-2484AC3E60E9}" destId="{6B2EF6AF-2B07-4285-84BF-CF6227ED6D3C}" srcOrd="0" destOrd="0" presId="urn:microsoft.com/office/officeart/2018/2/layout/IconLabelList"/>
    <dgm:cxn modelId="{4F813245-3B11-4621-9F3F-614853E8BA16}" srcId="{B1BAAD3D-2476-414F-B6C2-65B35AB52AB0}" destId="{9220C1B6-BEB4-480F-A449-BBC97833266D}" srcOrd="1" destOrd="0" parTransId="{C9BB0687-8F82-4AB9-BED3-93F2CA238B63}" sibTransId="{8018DA59-DCAA-4F4E-991C-6B170261C7EA}"/>
    <dgm:cxn modelId="{B6775A7E-92B2-4B8A-A24E-C2A8F0481C12}" srcId="{B1BAAD3D-2476-414F-B6C2-65B35AB52AB0}" destId="{AAAADBC1-9180-4AC9-843A-2484AC3E60E9}" srcOrd="0" destOrd="0" parTransId="{18A089DB-88DC-41E5-854D-AE73E671C74C}" sibTransId="{2648DF62-24EB-4D80-8AF7-D60E671BE739}"/>
    <dgm:cxn modelId="{EDEC1FFC-54D8-4D86-BFAB-C38A810D746C}" type="presOf" srcId="{B1BAAD3D-2476-414F-B6C2-65B35AB52AB0}" destId="{41B8CEDE-336D-4C9E-A515-F55DCBE1A433}" srcOrd="0" destOrd="0" presId="urn:microsoft.com/office/officeart/2018/2/layout/IconLabelList"/>
    <dgm:cxn modelId="{68F0FDD8-0EE6-4F65-9A09-55AC8DD220F6}" type="presParOf" srcId="{41B8CEDE-336D-4C9E-A515-F55DCBE1A433}" destId="{3403814D-A6E9-4B75-8591-FE49364BC074}" srcOrd="0" destOrd="0" presId="urn:microsoft.com/office/officeart/2018/2/layout/IconLabelList"/>
    <dgm:cxn modelId="{7391CC4E-14B3-484A-BFBD-4D4F6C6DDC92}" type="presParOf" srcId="{3403814D-A6E9-4B75-8591-FE49364BC074}" destId="{0103B48D-959E-4679-BBB3-FBCE326AF3D1}" srcOrd="0" destOrd="0" presId="urn:microsoft.com/office/officeart/2018/2/layout/IconLabelList"/>
    <dgm:cxn modelId="{8B0AE103-0901-4DB3-BD52-208434192662}" type="presParOf" srcId="{3403814D-A6E9-4B75-8591-FE49364BC074}" destId="{BFAA6BE9-BFFE-4CA6-A0E8-053D99B4D004}" srcOrd="1" destOrd="0" presId="urn:microsoft.com/office/officeart/2018/2/layout/IconLabelList"/>
    <dgm:cxn modelId="{86E32317-DD5E-4861-8646-FB345A36FD0D}" type="presParOf" srcId="{3403814D-A6E9-4B75-8591-FE49364BC074}" destId="{6B2EF6AF-2B07-4285-84BF-CF6227ED6D3C}" srcOrd="2" destOrd="0" presId="urn:microsoft.com/office/officeart/2018/2/layout/IconLabelList"/>
    <dgm:cxn modelId="{1F15EB22-DC1B-4EBB-95F5-82D2C9BAE9BA}" type="presParOf" srcId="{41B8CEDE-336D-4C9E-A515-F55DCBE1A433}" destId="{1188D374-F55B-4A06-AD24-E92B3B12DFC9}" srcOrd="1" destOrd="0" presId="urn:microsoft.com/office/officeart/2018/2/layout/IconLabelList"/>
    <dgm:cxn modelId="{46F38251-4C6A-4CFF-9E1F-68EAB251A47B}" type="presParOf" srcId="{41B8CEDE-336D-4C9E-A515-F55DCBE1A433}" destId="{85C9CEB3-7012-4BDE-BDEA-D42FB3D730BC}" srcOrd="2" destOrd="0" presId="urn:microsoft.com/office/officeart/2018/2/layout/IconLabelList"/>
    <dgm:cxn modelId="{C7627897-3740-4418-BDA1-B2E19E33BFC8}" type="presParOf" srcId="{85C9CEB3-7012-4BDE-BDEA-D42FB3D730BC}" destId="{8EA4A150-4C86-43F4-86B3-ACC007A3B1F9}" srcOrd="0" destOrd="0" presId="urn:microsoft.com/office/officeart/2018/2/layout/IconLabelList"/>
    <dgm:cxn modelId="{E79AC7C7-D4D0-4A83-BBC4-D3D93B1433B1}" type="presParOf" srcId="{85C9CEB3-7012-4BDE-BDEA-D42FB3D730BC}" destId="{ECD558A6-C07A-4757-AE94-ABFE7B2700D7}" srcOrd="1" destOrd="0" presId="urn:microsoft.com/office/officeart/2018/2/layout/IconLabelList"/>
    <dgm:cxn modelId="{8A5E0B32-2EAC-4254-AD9D-CC5196837807}" type="presParOf" srcId="{85C9CEB3-7012-4BDE-BDEA-D42FB3D730BC}" destId="{2F1767B3-009F-42FE-96B8-723A247EDA9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6550C3-EEC0-4845-B4A1-5540F453809B}"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EF7AF9A3-703D-419C-9557-A097C1A36A32}">
      <dgm:prSet/>
      <dgm:spPr/>
      <dgm:t>
        <a:bodyPr/>
        <a:lstStyle/>
        <a:p>
          <a:r>
            <a:rPr lang="en-US" b="1"/>
            <a:t>Frontend Development</a:t>
          </a:r>
          <a:endParaRPr lang="en-US"/>
        </a:p>
      </dgm:t>
    </dgm:pt>
    <dgm:pt modelId="{A5921C91-200F-4B34-97B5-143F62584C15}" type="parTrans" cxnId="{47BC3C54-D3C2-43A3-B345-0BB08872EC63}">
      <dgm:prSet/>
      <dgm:spPr/>
      <dgm:t>
        <a:bodyPr/>
        <a:lstStyle/>
        <a:p>
          <a:endParaRPr lang="en-US"/>
        </a:p>
      </dgm:t>
    </dgm:pt>
    <dgm:pt modelId="{47542F99-72E5-4914-A6C4-E4AACF4B16DF}" type="sibTrans" cxnId="{47BC3C54-D3C2-43A3-B345-0BB08872EC63}">
      <dgm:prSet/>
      <dgm:spPr/>
      <dgm:t>
        <a:bodyPr/>
        <a:lstStyle/>
        <a:p>
          <a:endParaRPr lang="en-US"/>
        </a:p>
      </dgm:t>
    </dgm:pt>
    <dgm:pt modelId="{E8F5130E-4FFF-451F-BB1B-5609C5375DA8}">
      <dgm:prSet/>
      <dgm:spPr/>
      <dgm:t>
        <a:bodyPr/>
        <a:lstStyle/>
        <a:p>
          <a:r>
            <a:rPr lang="en-US"/>
            <a:t>React.js</a:t>
          </a:r>
        </a:p>
      </dgm:t>
    </dgm:pt>
    <dgm:pt modelId="{E9F3D9CB-D2BB-4A4F-972F-CAC80C868511}" type="parTrans" cxnId="{2CCC5A71-6181-4393-AD7E-86B904007A45}">
      <dgm:prSet/>
      <dgm:spPr/>
      <dgm:t>
        <a:bodyPr/>
        <a:lstStyle/>
        <a:p>
          <a:endParaRPr lang="en-US"/>
        </a:p>
      </dgm:t>
    </dgm:pt>
    <dgm:pt modelId="{CD2B2B20-8276-4F50-8CC3-C6F6DC47D852}" type="sibTrans" cxnId="{2CCC5A71-6181-4393-AD7E-86B904007A45}">
      <dgm:prSet/>
      <dgm:spPr/>
      <dgm:t>
        <a:bodyPr/>
        <a:lstStyle/>
        <a:p>
          <a:endParaRPr lang="en-US"/>
        </a:p>
      </dgm:t>
    </dgm:pt>
    <dgm:pt modelId="{E863F539-04EA-4B63-AAA6-D61AAE41B564}">
      <dgm:prSet/>
      <dgm:spPr/>
      <dgm:t>
        <a:bodyPr/>
        <a:lstStyle/>
        <a:p>
          <a:r>
            <a:rPr lang="en-US"/>
            <a:t>HTML5</a:t>
          </a:r>
        </a:p>
      </dgm:t>
    </dgm:pt>
    <dgm:pt modelId="{17C71BF2-B612-4231-9A62-3B6834CC1FFA}" type="parTrans" cxnId="{669EB245-B0AE-4053-83C4-AD7A1D36E157}">
      <dgm:prSet/>
      <dgm:spPr/>
      <dgm:t>
        <a:bodyPr/>
        <a:lstStyle/>
        <a:p>
          <a:endParaRPr lang="en-US"/>
        </a:p>
      </dgm:t>
    </dgm:pt>
    <dgm:pt modelId="{825B4B06-8324-41A2-8A36-A644C27DAE26}" type="sibTrans" cxnId="{669EB245-B0AE-4053-83C4-AD7A1D36E157}">
      <dgm:prSet/>
      <dgm:spPr/>
      <dgm:t>
        <a:bodyPr/>
        <a:lstStyle/>
        <a:p>
          <a:endParaRPr lang="en-US"/>
        </a:p>
      </dgm:t>
    </dgm:pt>
    <dgm:pt modelId="{FA709653-6C00-435B-B610-F2CCDAC1643B}">
      <dgm:prSet/>
      <dgm:spPr/>
      <dgm:t>
        <a:bodyPr/>
        <a:lstStyle/>
        <a:p>
          <a:r>
            <a:rPr lang="en-US"/>
            <a:t>CSS3</a:t>
          </a:r>
        </a:p>
      </dgm:t>
    </dgm:pt>
    <dgm:pt modelId="{66A691B0-F73B-4E9C-89B3-742F33EABADC}" type="parTrans" cxnId="{C0E47C75-CFA6-461B-BC98-3EEA624D0495}">
      <dgm:prSet/>
      <dgm:spPr/>
      <dgm:t>
        <a:bodyPr/>
        <a:lstStyle/>
        <a:p>
          <a:endParaRPr lang="en-US"/>
        </a:p>
      </dgm:t>
    </dgm:pt>
    <dgm:pt modelId="{D860296C-31AD-4C0D-AD22-2E03BE8CFCE5}" type="sibTrans" cxnId="{C0E47C75-CFA6-461B-BC98-3EEA624D0495}">
      <dgm:prSet/>
      <dgm:spPr/>
      <dgm:t>
        <a:bodyPr/>
        <a:lstStyle/>
        <a:p>
          <a:endParaRPr lang="en-US"/>
        </a:p>
      </dgm:t>
    </dgm:pt>
    <dgm:pt modelId="{45FEF127-6D47-4384-B427-45A84FEFC9E6}">
      <dgm:prSet/>
      <dgm:spPr/>
      <dgm:t>
        <a:bodyPr/>
        <a:lstStyle/>
        <a:p>
          <a:r>
            <a:rPr lang="en-US"/>
            <a:t>JavaScript</a:t>
          </a:r>
        </a:p>
      </dgm:t>
    </dgm:pt>
    <dgm:pt modelId="{7EA768D4-2EEB-4BEF-ACFF-B7BFA2F8FC12}" type="parTrans" cxnId="{D82B5AEB-5156-4F67-B491-D88E75CC00BD}">
      <dgm:prSet/>
      <dgm:spPr/>
      <dgm:t>
        <a:bodyPr/>
        <a:lstStyle/>
        <a:p>
          <a:endParaRPr lang="en-US"/>
        </a:p>
      </dgm:t>
    </dgm:pt>
    <dgm:pt modelId="{991ABD50-66AD-4C7A-9E42-D667BE30CF11}" type="sibTrans" cxnId="{D82B5AEB-5156-4F67-B491-D88E75CC00BD}">
      <dgm:prSet/>
      <dgm:spPr/>
      <dgm:t>
        <a:bodyPr/>
        <a:lstStyle/>
        <a:p>
          <a:endParaRPr lang="en-US"/>
        </a:p>
      </dgm:t>
    </dgm:pt>
    <dgm:pt modelId="{2BDFCEAC-6EF6-48A1-B22A-F3184479FA6C}">
      <dgm:prSet/>
      <dgm:spPr/>
      <dgm:t>
        <a:bodyPr/>
        <a:lstStyle/>
        <a:p>
          <a:r>
            <a:rPr lang="en-US" b="1"/>
            <a:t>Backend Development</a:t>
          </a:r>
          <a:endParaRPr lang="en-US"/>
        </a:p>
      </dgm:t>
    </dgm:pt>
    <dgm:pt modelId="{C630DCD2-BD10-46BF-B255-F0EA10002FE9}" type="parTrans" cxnId="{8BBE32D0-47CB-4596-8A3F-D3F8434DD336}">
      <dgm:prSet/>
      <dgm:spPr/>
      <dgm:t>
        <a:bodyPr/>
        <a:lstStyle/>
        <a:p>
          <a:endParaRPr lang="en-US"/>
        </a:p>
      </dgm:t>
    </dgm:pt>
    <dgm:pt modelId="{C17641EE-1EF8-43C9-8F5D-AF334027DC32}" type="sibTrans" cxnId="{8BBE32D0-47CB-4596-8A3F-D3F8434DD336}">
      <dgm:prSet/>
      <dgm:spPr/>
      <dgm:t>
        <a:bodyPr/>
        <a:lstStyle/>
        <a:p>
          <a:endParaRPr lang="en-US"/>
        </a:p>
      </dgm:t>
    </dgm:pt>
    <dgm:pt modelId="{9EFDD1A5-8721-40DC-8E57-F43B770D11B1}">
      <dgm:prSet/>
      <dgm:spPr/>
      <dgm:t>
        <a:bodyPr/>
        <a:lstStyle/>
        <a:p>
          <a:r>
            <a:rPr lang="en-US"/>
            <a:t>Node.js</a:t>
          </a:r>
        </a:p>
      </dgm:t>
    </dgm:pt>
    <dgm:pt modelId="{54154594-8E22-4875-80F1-967AFBDD0872}" type="parTrans" cxnId="{F3D83C31-DE13-4F88-90F3-A39131F4CF3E}">
      <dgm:prSet/>
      <dgm:spPr/>
      <dgm:t>
        <a:bodyPr/>
        <a:lstStyle/>
        <a:p>
          <a:endParaRPr lang="en-US"/>
        </a:p>
      </dgm:t>
    </dgm:pt>
    <dgm:pt modelId="{23CEB32A-EBF1-43D7-9703-B6840798D052}" type="sibTrans" cxnId="{F3D83C31-DE13-4F88-90F3-A39131F4CF3E}">
      <dgm:prSet/>
      <dgm:spPr/>
      <dgm:t>
        <a:bodyPr/>
        <a:lstStyle/>
        <a:p>
          <a:endParaRPr lang="en-US"/>
        </a:p>
      </dgm:t>
    </dgm:pt>
    <dgm:pt modelId="{C2C57513-842A-4359-9EE7-883F030A1435}">
      <dgm:prSet/>
      <dgm:spPr/>
      <dgm:t>
        <a:bodyPr/>
        <a:lstStyle/>
        <a:p>
          <a:r>
            <a:rPr lang="en-US"/>
            <a:t>Express.js</a:t>
          </a:r>
        </a:p>
      </dgm:t>
    </dgm:pt>
    <dgm:pt modelId="{08EA3EFD-A3F5-42ED-844C-9051D5BC8F74}" type="parTrans" cxnId="{6775BC1C-D3A3-4A7E-8340-97B87FB93C27}">
      <dgm:prSet/>
      <dgm:spPr/>
      <dgm:t>
        <a:bodyPr/>
        <a:lstStyle/>
        <a:p>
          <a:endParaRPr lang="en-US"/>
        </a:p>
      </dgm:t>
    </dgm:pt>
    <dgm:pt modelId="{35F11446-556F-4D7A-BAB3-7FF76367F6D7}" type="sibTrans" cxnId="{6775BC1C-D3A3-4A7E-8340-97B87FB93C27}">
      <dgm:prSet/>
      <dgm:spPr/>
      <dgm:t>
        <a:bodyPr/>
        <a:lstStyle/>
        <a:p>
          <a:endParaRPr lang="en-US"/>
        </a:p>
      </dgm:t>
    </dgm:pt>
    <dgm:pt modelId="{7AF604B7-70DB-4F7A-81CF-C680E64E2ED0}">
      <dgm:prSet/>
      <dgm:spPr/>
      <dgm:t>
        <a:bodyPr/>
        <a:lstStyle/>
        <a:p>
          <a:r>
            <a:rPr lang="en-US" b="1"/>
            <a:t>Database</a:t>
          </a:r>
          <a:endParaRPr lang="en-US"/>
        </a:p>
      </dgm:t>
    </dgm:pt>
    <dgm:pt modelId="{51ED2E3A-235A-42A4-BC16-65C3C1A24C12}" type="parTrans" cxnId="{8D10C1F5-F16D-4DEF-A225-6C5AA12920F2}">
      <dgm:prSet/>
      <dgm:spPr/>
      <dgm:t>
        <a:bodyPr/>
        <a:lstStyle/>
        <a:p>
          <a:endParaRPr lang="en-US"/>
        </a:p>
      </dgm:t>
    </dgm:pt>
    <dgm:pt modelId="{0AF2AD77-1C00-49DB-BB7C-2EB8B36E659F}" type="sibTrans" cxnId="{8D10C1F5-F16D-4DEF-A225-6C5AA12920F2}">
      <dgm:prSet/>
      <dgm:spPr/>
      <dgm:t>
        <a:bodyPr/>
        <a:lstStyle/>
        <a:p>
          <a:endParaRPr lang="en-US"/>
        </a:p>
      </dgm:t>
    </dgm:pt>
    <dgm:pt modelId="{060E6877-4435-4859-8776-3297810E27E8}">
      <dgm:prSet/>
      <dgm:spPr/>
      <dgm:t>
        <a:bodyPr/>
        <a:lstStyle/>
        <a:p>
          <a:r>
            <a:rPr lang="en-US"/>
            <a:t>MongoDB (NoSQL Document Database)</a:t>
          </a:r>
        </a:p>
      </dgm:t>
    </dgm:pt>
    <dgm:pt modelId="{4EF94270-2F73-43F1-89C5-CD447808F268}" type="parTrans" cxnId="{E3FC0296-F5C9-4AD0-B1E8-D3ACB838686C}">
      <dgm:prSet/>
      <dgm:spPr/>
      <dgm:t>
        <a:bodyPr/>
        <a:lstStyle/>
        <a:p>
          <a:endParaRPr lang="en-US"/>
        </a:p>
      </dgm:t>
    </dgm:pt>
    <dgm:pt modelId="{4ACD4D5B-1C80-4BC5-B933-088AA47B369C}" type="sibTrans" cxnId="{E3FC0296-F5C9-4AD0-B1E8-D3ACB838686C}">
      <dgm:prSet/>
      <dgm:spPr/>
      <dgm:t>
        <a:bodyPr/>
        <a:lstStyle/>
        <a:p>
          <a:endParaRPr lang="en-US"/>
        </a:p>
      </dgm:t>
    </dgm:pt>
    <dgm:pt modelId="{98C54B8C-C800-4ED9-9BC9-6CD462C9CD9A}">
      <dgm:prSet/>
      <dgm:spPr/>
      <dgm:t>
        <a:bodyPr/>
        <a:lstStyle/>
        <a:p>
          <a:r>
            <a:rPr lang="en-US" b="1"/>
            <a:t>Development &amp; Design Tools</a:t>
          </a:r>
          <a:endParaRPr lang="en-US"/>
        </a:p>
      </dgm:t>
    </dgm:pt>
    <dgm:pt modelId="{3CF5E88C-0CD5-45E6-B841-C88778799F24}" type="parTrans" cxnId="{AB5259D1-082E-4AA6-BC92-06725BFAB063}">
      <dgm:prSet/>
      <dgm:spPr/>
      <dgm:t>
        <a:bodyPr/>
        <a:lstStyle/>
        <a:p>
          <a:endParaRPr lang="en-US"/>
        </a:p>
      </dgm:t>
    </dgm:pt>
    <dgm:pt modelId="{5BC8A93B-B779-4635-88BD-5CB44BD84396}" type="sibTrans" cxnId="{AB5259D1-082E-4AA6-BC92-06725BFAB063}">
      <dgm:prSet/>
      <dgm:spPr/>
      <dgm:t>
        <a:bodyPr/>
        <a:lstStyle/>
        <a:p>
          <a:endParaRPr lang="en-US"/>
        </a:p>
      </dgm:t>
    </dgm:pt>
    <dgm:pt modelId="{8C9C9980-9D18-4B48-AC8C-AD755A2EF5D4}">
      <dgm:prSet/>
      <dgm:spPr/>
      <dgm:t>
        <a:bodyPr/>
        <a:lstStyle/>
        <a:p>
          <a:r>
            <a:rPr lang="en-US"/>
            <a:t>Visual Studio Code</a:t>
          </a:r>
        </a:p>
      </dgm:t>
    </dgm:pt>
    <dgm:pt modelId="{B212DA96-90CB-40A3-96A8-56CB7200CFE5}" type="parTrans" cxnId="{59EACAC8-5C59-4B90-9EDA-9C5B5A433B02}">
      <dgm:prSet/>
      <dgm:spPr/>
      <dgm:t>
        <a:bodyPr/>
        <a:lstStyle/>
        <a:p>
          <a:endParaRPr lang="en-US"/>
        </a:p>
      </dgm:t>
    </dgm:pt>
    <dgm:pt modelId="{03533FB1-9CF1-4A02-8B67-DD673C976F8A}" type="sibTrans" cxnId="{59EACAC8-5C59-4B90-9EDA-9C5B5A433B02}">
      <dgm:prSet/>
      <dgm:spPr/>
      <dgm:t>
        <a:bodyPr/>
        <a:lstStyle/>
        <a:p>
          <a:endParaRPr lang="en-US"/>
        </a:p>
      </dgm:t>
    </dgm:pt>
    <dgm:pt modelId="{783EFA67-5794-4CAE-B71A-045A40BE1E91}">
      <dgm:prSet/>
      <dgm:spPr/>
      <dgm:t>
        <a:bodyPr/>
        <a:lstStyle/>
        <a:p>
          <a:r>
            <a:rPr lang="en-US"/>
            <a:t>Postman (API Testing)</a:t>
          </a:r>
        </a:p>
      </dgm:t>
    </dgm:pt>
    <dgm:pt modelId="{CD7435AA-56B4-42A9-BF53-EFFD04CC0FE8}" type="parTrans" cxnId="{4A843336-5DE0-4EC4-811F-56C3613BD3BC}">
      <dgm:prSet/>
      <dgm:spPr/>
      <dgm:t>
        <a:bodyPr/>
        <a:lstStyle/>
        <a:p>
          <a:endParaRPr lang="en-US"/>
        </a:p>
      </dgm:t>
    </dgm:pt>
    <dgm:pt modelId="{75320037-2CEC-4E68-8053-FEB9B9E60FB4}" type="sibTrans" cxnId="{4A843336-5DE0-4EC4-811F-56C3613BD3BC}">
      <dgm:prSet/>
      <dgm:spPr/>
      <dgm:t>
        <a:bodyPr/>
        <a:lstStyle/>
        <a:p>
          <a:endParaRPr lang="en-US"/>
        </a:p>
      </dgm:t>
    </dgm:pt>
    <dgm:pt modelId="{D1D9BAFF-F426-4633-B00F-0DEFEEC849E8}">
      <dgm:prSet/>
      <dgm:spPr/>
      <dgm:t>
        <a:bodyPr/>
        <a:lstStyle/>
        <a:p>
          <a:r>
            <a:rPr lang="en-US"/>
            <a:t>Git (Version Control)</a:t>
          </a:r>
        </a:p>
      </dgm:t>
    </dgm:pt>
    <dgm:pt modelId="{C7C3541F-3BD6-42BB-9301-136B131D2FD6}" type="parTrans" cxnId="{7A25EA1D-2707-4268-851C-F745766B0DB9}">
      <dgm:prSet/>
      <dgm:spPr/>
      <dgm:t>
        <a:bodyPr/>
        <a:lstStyle/>
        <a:p>
          <a:endParaRPr lang="en-US"/>
        </a:p>
      </dgm:t>
    </dgm:pt>
    <dgm:pt modelId="{3755FBBB-AF84-4041-9F6B-76FC6402B0BB}" type="sibTrans" cxnId="{7A25EA1D-2707-4268-851C-F745766B0DB9}">
      <dgm:prSet/>
      <dgm:spPr/>
      <dgm:t>
        <a:bodyPr/>
        <a:lstStyle/>
        <a:p>
          <a:endParaRPr lang="en-US"/>
        </a:p>
      </dgm:t>
    </dgm:pt>
    <dgm:pt modelId="{25638E17-CE77-4BBF-8902-BFE11FAB25B0}">
      <dgm:prSet/>
      <dgm:spPr/>
      <dgm:t>
        <a:bodyPr/>
        <a:lstStyle/>
        <a:p>
          <a:r>
            <a:rPr lang="en-US"/>
            <a:t>PlantUML / Draw.io (System Modeling)</a:t>
          </a:r>
        </a:p>
      </dgm:t>
    </dgm:pt>
    <dgm:pt modelId="{12AEAE2B-BBB4-4A85-9FA1-B2F4560A4D10}" type="parTrans" cxnId="{632BE196-5C9C-4C9B-9CFF-8A2794057B81}">
      <dgm:prSet/>
      <dgm:spPr/>
      <dgm:t>
        <a:bodyPr/>
        <a:lstStyle/>
        <a:p>
          <a:endParaRPr lang="en-US"/>
        </a:p>
      </dgm:t>
    </dgm:pt>
    <dgm:pt modelId="{E1A7E517-46F5-44EB-AED9-BCCB3716A792}" type="sibTrans" cxnId="{632BE196-5C9C-4C9B-9CFF-8A2794057B81}">
      <dgm:prSet/>
      <dgm:spPr/>
      <dgm:t>
        <a:bodyPr/>
        <a:lstStyle/>
        <a:p>
          <a:endParaRPr lang="en-US"/>
        </a:p>
      </dgm:t>
    </dgm:pt>
    <dgm:pt modelId="{A1F584CC-E5ED-4B8D-BC31-93BF3C73C5F6}" type="pres">
      <dgm:prSet presAssocID="{5D6550C3-EEC0-4845-B4A1-5540F453809B}" presName="Name0" presStyleCnt="0">
        <dgm:presLayoutVars>
          <dgm:dir/>
          <dgm:resizeHandles val="exact"/>
        </dgm:presLayoutVars>
      </dgm:prSet>
      <dgm:spPr/>
    </dgm:pt>
    <dgm:pt modelId="{43AC68EC-5B5D-46B5-885B-8DEC5713C8E0}" type="pres">
      <dgm:prSet presAssocID="{EF7AF9A3-703D-419C-9557-A097C1A36A32}" presName="node" presStyleLbl="node1" presStyleIdx="0" presStyleCnt="15">
        <dgm:presLayoutVars>
          <dgm:bulletEnabled val="1"/>
        </dgm:presLayoutVars>
      </dgm:prSet>
      <dgm:spPr/>
    </dgm:pt>
    <dgm:pt modelId="{640D5CBE-5A79-4CD0-B8D7-4EEFFABB9B3C}" type="pres">
      <dgm:prSet presAssocID="{47542F99-72E5-4914-A6C4-E4AACF4B16DF}" presName="sibTrans" presStyleLbl="sibTrans1D1" presStyleIdx="0" presStyleCnt="14"/>
      <dgm:spPr/>
    </dgm:pt>
    <dgm:pt modelId="{FB2D2A3A-EE1A-4B19-9421-8A8314654289}" type="pres">
      <dgm:prSet presAssocID="{47542F99-72E5-4914-A6C4-E4AACF4B16DF}" presName="connectorText" presStyleLbl="sibTrans1D1" presStyleIdx="0" presStyleCnt="14"/>
      <dgm:spPr/>
    </dgm:pt>
    <dgm:pt modelId="{4F9AFDDA-2F56-454C-BEB5-27BE7A4320D9}" type="pres">
      <dgm:prSet presAssocID="{E8F5130E-4FFF-451F-BB1B-5609C5375DA8}" presName="node" presStyleLbl="node1" presStyleIdx="1" presStyleCnt="15">
        <dgm:presLayoutVars>
          <dgm:bulletEnabled val="1"/>
        </dgm:presLayoutVars>
      </dgm:prSet>
      <dgm:spPr/>
    </dgm:pt>
    <dgm:pt modelId="{C5078882-66F5-4C3A-A0AC-3AD9E2410809}" type="pres">
      <dgm:prSet presAssocID="{CD2B2B20-8276-4F50-8CC3-C6F6DC47D852}" presName="sibTrans" presStyleLbl="sibTrans1D1" presStyleIdx="1" presStyleCnt="14"/>
      <dgm:spPr/>
    </dgm:pt>
    <dgm:pt modelId="{B9293F48-67C0-40F6-857C-7AD375C911C8}" type="pres">
      <dgm:prSet presAssocID="{CD2B2B20-8276-4F50-8CC3-C6F6DC47D852}" presName="connectorText" presStyleLbl="sibTrans1D1" presStyleIdx="1" presStyleCnt="14"/>
      <dgm:spPr/>
    </dgm:pt>
    <dgm:pt modelId="{ECC5E6A2-F24C-48C6-8403-FE0F57446C51}" type="pres">
      <dgm:prSet presAssocID="{E863F539-04EA-4B63-AAA6-D61AAE41B564}" presName="node" presStyleLbl="node1" presStyleIdx="2" presStyleCnt="15">
        <dgm:presLayoutVars>
          <dgm:bulletEnabled val="1"/>
        </dgm:presLayoutVars>
      </dgm:prSet>
      <dgm:spPr/>
    </dgm:pt>
    <dgm:pt modelId="{15F319A4-301A-4CBC-816F-5CB2ABEE90A8}" type="pres">
      <dgm:prSet presAssocID="{825B4B06-8324-41A2-8A36-A644C27DAE26}" presName="sibTrans" presStyleLbl="sibTrans1D1" presStyleIdx="2" presStyleCnt="14"/>
      <dgm:spPr/>
    </dgm:pt>
    <dgm:pt modelId="{52EFBCFF-A627-4BDF-A4F4-F5C15D52F242}" type="pres">
      <dgm:prSet presAssocID="{825B4B06-8324-41A2-8A36-A644C27DAE26}" presName="connectorText" presStyleLbl="sibTrans1D1" presStyleIdx="2" presStyleCnt="14"/>
      <dgm:spPr/>
    </dgm:pt>
    <dgm:pt modelId="{5419CCC9-3611-45F6-85D3-6228EF970207}" type="pres">
      <dgm:prSet presAssocID="{FA709653-6C00-435B-B610-F2CCDAC1643B}" presName="node" presStyleLbl="node1" presStyleIdx="3" presStyleCnt="15">
        <dgm:presLayoutVars>
          <dgm:bulletEnabled val="1"/>
        </dgm:presLayoutVars>
      </dgm:prSet>
      <dgm:spPr/>
    </dgm:pt>
    <dgm:pt modelId="{CA601F62-B2E6-4CFF-AF55-7FFC88DBF11A}" type="pres">
      <dgm:prSet presAssocID="{D860296C-31AD-4C0D-AD22-2E03BE8CFCE5}" presName="sibTrans" presStyleLbl="sibTrans1D1" presStyleIdx="3" presStyleCnt="14"/>
      <dgm:spPr/>
    </dgm:pt>
    <dgm:pt modelId="{E758C1AC-6F7D-4465-9055-C811B9671D4F}" type="pres">
      <dgm:prSet presAssocID="{D860296C-31AD-4C0D-AD22-2E03BE8CFCE5}" presName="connectorText" presStyleLbl="sibTrans1D1" presStyleIdx="3" presStyleCnt="14"/>
      <dgm:spPr/>
    </dgm:pt>
    <dgm:pt modelId="{E1618733-98C3-4917-A0B2-D3864281481D}" type="pres">
      <dgm:prSet presAssocID="{45FEF127-6D47-4384-B427-45A84FEFC9E6}" presName="node" presStyleLbl="node1" presStyleIdx="4" presStyleCnt="15">
        <dgm:presLayoutVars>
          <dgm:bulletEnabled val="1"/>
        </dgm:presLayoutVars>
      </dgm:prSet>
      <dgm:spPr/>
    </dgm:pt>
    <dgm:pt modelId="{D552275B-F07E-47F7-884B-020456E6369A}" type="pres">
      <dgm:prSet presAssocID="{991ABD50-66AD-4C7A-9E42-D667BE30CF11}" presName="sibTrans" presStyleLbl="sibTrans1D1" presStyleIdx="4" presStyleCnt="14"/>
      <dgm:spPr/>
    </dgm:pt>
    <dgm:pt modelId="{B80EB1F8-ED45-4BB7-B03E-BD821C30C54D}" type="pres">
      <dgm:prSet presAssocID="{991ABD50-66AD-4C7A-9E42-D667BE30CF11}" presName="connectorText" presStyleLbl="sibTrans1D1" presStyleIdx="4" presStyleCnt="14"/>
      <dgm:spPr/>
    </dgm:pt>
    <dgm:pt modelId="{8898BA64-796E-41F4-B76B-8E1B910AF379}" type="pres">
      <dgm:prSet presAssocID="{2BDFCEAC-6EF6-48A1-B22A-F3184479FA6C}" presName="node" presStyleLbl="node1" presStyleIdx="5" presStyleCnt="15">
        <dgm:presLayoutVars>
          <dgm:bulletEnabled val="1"/>
        </dgm:presLayoutVars>
      </dgm:prSet>
      <dgm:spPr/>
    </dgm:pt>
    <dgm:pt modelId="{44B3C5A7-795E-435F-AB1A-A7D1E8F5B96E}" type="pres">
      <dgm:prSet presAssocID="{C17641EE-1EF8-43C9-8F5D-AF334027DC32}" presName="sibTrans" presStyleLbl="sibTrans1D1" presStyleIdx="5" presStyleCnt="14"/>
      <dgm:spPr/>
    </dgm:pt>
    <dgm:pt modelId="{F6A70E50-6699-4788-92AD-3086CF3DA933}" type="pres">
      <dgm:prSet presAssocID="{C17641EE-1EF8-43C9-8F5D-AF334027DC32}" presName="connectorText" presStyleLbl="sibTrans1D1" presStyleIdx="5" presStyleCnt="14"/>
      <dgm:spPr/>
    </dgm:pt>
    <dgm:pt modelId="{A33E41D0-75B6-436C-9042-812594CFB51C}" type="pres">
      <dgm:prSet presAssocID="{9EFDD1A5-8721-40DC-8E57-F43B770D11B1}" presName="node" presStyleLbl="node1" presStyleIdx="6" presStyleCnt="15">
        <dgm:presLayoutVars>
          <dgm:bulletEnabled val="1"/>
        </dgm:presLayoutVars>
      </dgm:prSet>
      <dgm:spPr/>
    </dgm:pt>
    <dgm:pt modelId="{5A62F8C9-0BD3-4DA3-AB10-363273BCC31C}" type="pres">
      <dgm:prSet presAssocID="{23CEB32A-EBF1-43D7-9703-B6840798D052}" presName="sibTrans" presStyleLbl="sibTrans1D1" presStyleIdx="6" presStyleCnt="14"/>
      <dgm:spPr/>
    </dgm:pt>
    <dgm:pt modelId="{8E3C2E54-90F0-4A14-AA09-23C6E06DF806}" type="pres">
      <dgm:prSet presAssocID="{23CEB32A-EBF1-43D7-9703-B6840798D052}" presName="connectorText" presStyleLbl="sibTrans1D1" presStyleIdx="6" presStyleCnt="14"/>
      <dgm:spPr/>
    </dgm:pt>
    <dgm:pt modelId="{11652459-5633-4EBC-BBF6-C65B5BA30058}" type="pres">
      <dgm:prSet presAssocID="{C2C57513-842A-4359-9EE7-883F030A1435}" presName="node" presStyleLbl="node1" presStyleIdx="7" presStyleCnt="15">
        <dgm:presLayoutVars>
          <dgm:bulletEnabled val="1"/>
        </dgm:presLayoutVars>
      </dgm:prSet>
      <dgm:spPr/>
    </dgm:pt>
    <dgm:pt modelId="{E037F3C5-98D4-4F51-B2FD-50CBA2B384C8}" type="pres">
      <dgm:prSet presAssocID="{35F11446-556F-4D7A-BAB3-7FF76367F6D7}" presName="sibTrans" presStyleLbl="sibTrans1D1" presStyleIdx="7" presStyleCnt="14"/>
      <dgm:spPr/>
    </dgm:pt>
    <dgm:pt modelId="{2D00C2F5-97C6-4A49-8F18-9907CFA0198F}" type="pres">
      <dgm:prSet presAssocID="{35F11446-556F-4D7A-BAB3-7FF76367F6D7}" presName="connectorText" presStyleLbl="sibTrans1D1" presStyleIdx="7" presStyleCnt="14"/>
      <dgm:spPr/>
    </dgm:pt>
    <dgm:pt modelId="{DE2EDE00-9CE4-47BF-9569-140E397DDC49}" type="pres">
      <dgm:prSet presAssocID="{7AF604B7-70DB-4F7A-81CF-C680E64E2ED0}" presName="node" presStyleLbl="node1" presStyleIdx="8" presStyleCnt="15">
        <dgm:presLayoutVars>
          <dgm:bulletEnabled val="1"/>
        </dgm:presLayoutVars>
      </dgm:prSet>
      <dgm:spPr/>
    </dgm:pt>
    <dgm:pt modelId="{24F6B819-4E12-4EFD-A31D-62CC6A7E8A40}" type="pres">
      <dgm:prSet presAssocID="{0AF2AD77-1C00-49DB-BB7C-2EB8B36E659F}" presName="sibTrans" presStyleLbl="sibTrans1D1" presStyleIdx="8" presStyleCnt="14"/>
      <dgm:spPr/>
    </dgm:pt>
    <dgm:pt modelId="{67F89EE6-012C-48EF-A7F5-18764AC23D0E}" type="pres">
      <dgm:prSet presAssocID="{0AF2AD77-1C00-49DB-BB7C-2EB8B36E659F}" presName="connectorText" presStyleLbl="sibTrans1D1" presStyleIdx="8" presStyleCnt="14"/>
      <dgm:spPr/>
    </dgm:pt>
    <dgm:pt modelId="{85B7346B-3476-404A-83A5-1E8CB1E2EE0F}" type="pres">
      <dgm:prSet presAssocID="{060E6877-4435-4859-8776-3297810E27E8}" presName="node" presStyleLbl="node1" presStyleIdx="9" presStyleCnt="15">
        <dgm:presLayoutVars>
          <dgm:bulletEnabled val="1"/>
        </dgm:presLayoutVars>
      </dgm:prSet>
      <dgm:spPr/>
    </dgm:pt>
    <dgm:pt modelId="{EC02887A-72FB-4825-91ED-C5EAAD59486D}" type="pres">
      <dgm:prSet presAssocID="{4ACD4D5B-1C80-4BC5-B933-088AA47B369C}" presName="sibTrans" presStyleLbl="sibTrans1D1" presStyleIdx="9" presStyleCnt="14"/>
      <dgm:spPr/>
    </dgm:pt>
    <dgm:pt modelId="{FFAAC48C-103D-4E99-9BF2-5C1FE6A2200D}" type="pres">
      <dgm:prSet presAssocID="{4ACD4D5B-1C80-4BC5-B933-088AA47B369C}" presName="connectorText" presStyleLbl="sibTrans1D1" presStyleIdx="9" presStyleCnt="14"/>
      <dgm:spPr/>
    </dgm:pt>
    <dgm:pt modelId="{81F29889-7563-46B7-8122-4E1730DD3CEB}" type="pres">
      <dgm:prSet presAssocID="{98C54B8C-C800-4ED9-9BC9-6CD462C9CD9A}" presName="node" presStyleLbl="node1" presStyleIdx="10" presStyleCnt="15">
        <dgm:presLayoutVars>
          <dgm:bulletEnabled val="1"/>
        </dgm:presLayoutVars>
      </dgm:prSet>
      <dgm:spPr/>
    </dgm:pt>
    <dgm:pt modelId="{5A1076D2-048D-4BC6-931B-2A74A102E008}" type="pres">
      <dgm:prSet presAssocID="{5BC8A93B-B779-4635-88BD-5CB44BD84396}" presName="sibTrans" presStyleLbl="sibTrans1D1" presStyleIdx="10" presStyleCnt="14"/>
      <dgm:spPr/>
    </dgm:pt>
    <dgm:pt modelId="{358AC810-1D69-405A-A52A-42B833703599}" type="pres">
      <dgm:prSet presAssocID="{5BC8A93B-B779-4635-88BD-5CB44BD84396}" presName="connectorText" presStyleLbl="sibTrans1D1" presStyleIdx="10" presStyleCnt="14"/>
      <dgm:spPr/>
    </dgm:pt>
    <dgm:pt modelId="{E8E28EAF-3605-495D-95DE-9E5597E4F544}" type="pres">
      <dgm:prSet presAssocID="{8C9C9980-9D18-4B48-AC8C-AD755A2EF5D4}" presName="node" presStyleLbl="node1" presStyleIdx="11" presStyleCnt="15">
        <dgm:presLayoutVars>
          <dgm:bulletEnabled val="1"/>
        </dgm:presLayoutVars>
      </dgm:prSet>
      <dgm:spPr/>
    </dgm:pt>
    <dgm:pt modelId="{3B8726C3-F239-474E-9C86-C7D3EFB1A7A5}" type="pres">
      <dgm:prSet presAssocID="{03533FB1-9CF1-4A02-8B67-DD673C976F8A}" presName="sibTrans" presStyleLbl="sibTrans1D1" presStyleIdx="11" presStyleCnt="14"/>
      <dgm:spPr/>
    </dgm:pt>
    <dgm:pt modelId="{FC99410A-78D5-4F41-B8CB-D5F0C30A6142}" type="pres">
      <dgm:prSet presAssocID="{03533FB1-9CF1-4A02-8B67-DD673C976F8A}" presName="connectorText" presStyleLbl="sibTrans1D1" presStyleIdx="11" presStyleCnt="14"/>
      <dgm:spPr/>
    </dgm:pt>
    <dgm:pt modelId="{E5F4D131-2858-43FF-8EE8-DD544C4ABC4B}" type="pres">
      <dgm:prSet presAssocID="{783EFA67-5794-4CAE-B71A-045A40BE1E91}" presName="node" presStyleLbl="node1" presStyleIdx="12" presStyleCnt="15">
        <dgm:presLayoutVars>
          <dgm:bulletEnabled val="1"/>
        </dgm:presLayoutVars>
      </dgm:prSet>
      <dgm:spPr/>
    </dgm:pt>
    <dgm:pt modelId="{1F7659A8-A9EC-49BD-AF1A-E29637D77F8D}" type="pres">
      <dgm:prSet presAssocID="{75320037-2CEC-4E68-8053-FEB9B9E60FB4}" presName="sibTrans" presStyleLbl="sibTrans1D1" presStyleIdx="12" presStyleCnt="14"/>
      <dgm:spPr/>
    </dgm:pt>
    <dgm:pt modelId="{1E31F4E6-98BA-496C-B572-82DF8F9AD5BB}" type="pres">
      <dgm:prSet presAssocID="{75320037-2CEC-4E68-8053-FEB9B9E60FB4}" presName="connectorText" presStyleLbl="sibTrans1D1" presStyleIdx="12" presStyleCnt="14"/>
      <dgm:spPr/>
    </dgm:pt>
    <dgm:pt modelId="{B3CB8B89-CA8E-4F9A-9DCE-90E90BC306FA}" type="pres">
      <dgm:prSet presAssocID="{D1D9BAFF-F426-4633-B00F-0DEFEEC849E8}" presName="node" presStyleLbl="node1" presStyleIdx="13" presStyleCnt="15">
        <dgm:presLayoutVars>
          <dgm:bulletEnabled val="1"/>
        </dgm:presLayoutVars>
      </dgm:prSet>
      <dgm:spPr/>
    </dgm:pt>
    <dgm:pt modelId="{569CF42D-9687-48BE-A0E0-1B200338F5C0}" type="pres">
      <dgm:prSet presAssocID="{3755FBBB-AF84-4041-9F6B-76FC6402B0BB}" presName="sibTrans" presStyleLbl="sibTrans1D1" presStyleIdx="13" presStyleCnt="14"/>
      <dgm:spPr/>
    </dgm:pt>
    <dgm:pt modelId="{8FFD1712-A58E-4FA7-A02F-998B108B2CD0}" type="pres">
      <dgm:prSet presAssocID="{3755FBBB-AF84-4041-9F6B-76FC6402B0BB}" presName="connectorText" presStyleLbl="sibTrans1D1" presStyleIdx="13" presStyleCnt="14"/>
      <dgm:spPr/>
    </dgm:pt>
    <dgm:pt modelId="{8F764425-B08A-43D4-8673-ACDCC5846A9F}" type="pres">
      <dgm:prSet presAssocID="{25638E17-CE77-4BBF-8902-BFE11FAB25B0}" presName="node" presStyleLbl="node1" presStyleIdx="14" presStyleCnt="15">
        <dgm:presLayoutVars>
          <dgm:bulletEnabled val="1"/>
        </dgm:presLayoutVars>
      </dgm:prSet>
      <dgm:spPr/>
    </dgm:pt>
  </dgm:ptLst>
  <dgm:cxnLst>
    <dgm:cxn modelId="{EDE1E01B-79F3-4366-942A-94F98954FEBC}" type="presOf" srcId="{991ABD50-66AD-4C7A-9E42-D667BE30CF11}" destId="{D552275B-F07E-47F7-884B-020456E6369A}" srcOrd="0" destOrd="0" presId="urn:microsoft.com/office/officeart/2016/7/layout/RepeatingBendingProcessNew"/>
    <dgm:cxn modelId="{6775BC1C-D3A3-4A7E-8340-97B87FB93C27}" srcId="{5D6550C3-EEC0-4845-B4A1-5540F453809B}" destId="{C2C57513-842A-4359-9EE7-883F030A1435}" srcOrd="7" destOrd="0" parTransId="{08EA3EFD-A3F5-42ED-844C-9051D5BC8F74}" sibTransId="{35F11446-556F-4D7A-BAB3-7FF76367F6D7}"/>
    <dgm:cxn modelId="{7A25EA1D-2707-4268-851C-F745766B0DB9}" srcId="{5D6550C3-EEC0-4845-B4A1-5540F453809B}" destId="{D1D9BAFF-F426-4633-B00F-0DEFEEC849E8}" srcOrd="13" destOrd="0" parTransId="{C7C3541F-3BD6-42BB-9301-136B131D2FD6}" sibTransId="{3755FBBB-AF84-4041-9F6B-76FC6402B0BB}"/>
    <dgm:cxn modelId="{76D59B21-2247-419E-A741-1F9F8A64A78C}" type="presOf" srcId="{C17641EE-1EF8-43C9-8F5D-AF334027DC32}" destId="{F6A70E50-6699-4788-92AD-3086CF3DA933}" srcOrd="1" destOrd="0" presId="urn:microsoft.com/office/officeart/2016/7/layout/RepeatingBendingProcessNew"/>
    <dgm:cxn modelId="{41E16E29-4D22-415B-BF7E-B8E3C32EC855}" type="presOf" srcId="{C17641EE-1EF8-43C9-8F5D-AF334027DC32}" destId="{44B3C5A7-795E-435F-AB1A-A7D1E8F5B96E}" srcOrd="0" destOrd="0" presId="urn:microsoft.com/office/officeart/2016/7/layout/RepeatingBendingProcessNew"/>
    <dgm:cxn modelId="{85080631-5A1C-45FC-AE1A-DFB3D9838B1A}" type="presOf" srcId="{2BDFCEAC-6EF6-48A1-B22A-F3184479FA6C}" destId="{8898BA64-796E-41F4-B76B-8E1B910AF379}" srcOrd="0" destOrd="0" presId="urn:microsoft.com/office/officeart/2016/7/layout/RepeatingBendingProcessNew"/>
    <dgm:cxn modelId="{F3D83C31-DE13-4F88-90F3-A39131F4CF3E}" srcId="{5D6550C3-EEC0-4845-B4A1-5540F453809B}" destId="{9EFDD1A5-8721-40DC-8E57-F43B770D11B1}" srcOrd="6" destOrd="0" parTransId="{54154594-8E22-4875-80F1-967AFBDD0872}" sibTransId="{23CEB32A-EBF1-43D7-9703-B6840798D052}"/>
    <dgm:cxn modelId="{4A843336-5DE0-4EC4-811F-56C3613BD3BC}" srcId="{5D6550C3-EEC0-4845-B4A1-5540F453809B}" destId="{783EFA67-5794-4CAE-B71A-045A40BE1E91}" srcOrd="12" destOrd="0" parTransId="{CD7435AA-56B4-42A9-BF53-EFFD04CC0FE8}" sibTransId="{75320037-2CEC-4E68-8053-FEB9B9E60FB4}"/>
    <dgm:cxn modelId="{E0216D37-6BEB-4B0A-8FC2-0F463DFA5FD7}" type="presOf" srcId="{45FEF127-6D47-4384-B427-45A84FEFC9E6}" destId="{E1618733-98C3-4917-A0B2-D3864281481D}" srcOrd="0" destOrd="0" presId="urn:microsoft.com/office/officeart/2016/7/layout/RepeatingBendingProcessNew"/>
    <dgm:cxn modelId="{077FA45B-6541-4E1E-A5EC-B84C9DF9584A}" type="presOf" srcId="{5D6550C3-EEC0-4845-B4A1-5540F453809B}" destId="{A1F584CC-E5ED-4B8D-BC31-93BF3C73C5F6}" srcOrd="0" destOrd="0" presId="urn:microsoft.com/office/officeart/2016/7/layout/RepeatingBendingProcessNew"/>
    <dgm:cxn modelId="{669EB245-B0AE-4053-83C4-AD7A1D36E157}" srcId="{5D6550C3-EEC0-4845-B4A1-5540F453809B}" destId="{E863F539-04EA-4B63-AAA6-D61AAE41B564}" srcOrd="2" destOrd="0" parTransId="{17C71BF2-B612-4231-9A62-3B6834CC1FFA}" sibTransId="{825B4B06-8324-41A2-8A36-A644C27DAE26}"/>
    <dgm:cxn modelId="{3E665268-AF99-4EE9-868A-32CD0F04675F}" type="presOf" srcId="{C2C57513-842A-4359-9EE7-883F030A1435}" destId="{11652459-5633-4EBC-BBF6-C65B5BA30058}" srcOrd="0" destOrd="0" presId="urn:microsoft.com/office/officeart/2016/7/layout/RepeatingBendingProcessNew"/>
    <dgm:cxn modelId="{AA0EBD69-03AC-496B-89B2-2847815BB984}" type="presOf" srcId="{47542F99-72E5-4914-A6C4-E4AACF4B16DF}" destId="{FB2D2A3A-EE1A-4B19-9421-8A8314654289}" srcOrd="1" destOrd="0" presId="urn:microsoft.com/office/officeart/2016/7/layout/RepeatingBendingProcessNew"/>
    <dgm:cxn modelId="{A543766B-299F-4854-998A-C5762DDCD6AF}" type="presOf" srcId="{47542F99-72E5-4914-A6C4-E4AACF4B16DF}" destId="{640D5CBE-5A79-4CD0-B8D7-4EEFFABB9B3C}" srcOrd="0" destOrd="0" presId="urn:microsoft.com/office/officeart/2016/7/layout/RepeatingBendingProcessNew"/>
    <dgm:cxn modelId="{67F21B50-0780-4A72-9824-04234791E18E}" type="presOf" srcId="{EF7AF9A3-703D-419C-9557-A097C1A36A32}" destId="{43AC68EC-5B5D-46B5-885B-8DEC5713C8E0}" srcOrd="0" destOrd="0" presId="urn:microsoft.com/office/officeart/2016/7/layout/RepeatingBendingProcessNew"/>
    <dgm:cxn modelId="{2CCC5A71-6181-4393-AD7E-86B904007A45}" srcId="{5D6550C3-EEC0-4845-B4A1-5540F453809B}" destId="{E8F5130E-4FFF-451F-BB1B-5609C5375DA8}" srcOrd="1" destOrd="0" parTransId="{E9F3D9CB-D2BB-4A4F-972F-CAC80C868511}" sibTransId="{CD2B2B20-8276-4F50-8CC3-C6F6DC47D852}"/>
    <dgm:cxn modelId="{AF0C2F53-BD42-4E2C-99B4-8E380714015D}" type="presOf" srcId="{4ACD4D5B-1C80-4BC5-B933-088AA47B369C}" destId="{FFAAC48C-103D-4E99-9BF2-5C1FE6A2200D}" srcOrd="1" destOrd="0" presId="urn:microsoft.com/office/officeart/2016/7/layout/RepeatingBendingProcessNew"/>
    <dgm:cxn modelId="{47BC3C54-D3C2-43A3-B345-0BB08872EC63}" srcId="{5D6550C3-EEC0-4845-B4A1-5540F453809B}" destId="{EF7AF9A3-703D-419C-9557-A097C1A36A32}" srcOrd="0" destOrd="0" parTransId="{A5921C91-200F-4B34-97B5-143F62584C15}" sibTransId="{47542F99-72E5-4914-A6C4-E4AACF4B16DF}"/>
    <dgm:cxn modelId="{C0E47C75-CFA6-461B-BC98-3EEA624D0495}" srcId="{5D6550C3-EEC0-4845-B4A1-5540F453809B}" destId="{FA709653-6C00-435B-B610-F2CCDAC1643B}" srcOrd="3" destOrd="0" parTransId="{66A691B0-F73B-4E9C-89B3-742F33EABADC}" sibTransId="{D860296C-31AD-4C0D-AD22-2E03BE8CFCE5}"/>
    <dgm:cxn modelId="{92CE0877-6881-4BFC-B70A-AA3C2A91C904}" type="presOf" srcId="{CD2B2B20-8276-4F50-8CC3-C6F6DC47D852}" destId="{B9293F48-67C0-40F6-857C-7AD375C911C8}" srcOrd="1" destOrd="0" presId="urn:microsoft.com/office/officeart/2016/7/layout/RepeatingBendingProcessNew"/>
    <dgm:cxn modelId="{D6C86B77-56C6-4F9E-997B-7C60D354B63B}" type="presOf" srcId="{75320037-2CEC-4E68-8053-FEB9B9E60FB4}" destId="{1E31F4E6-98BA-496C-B572-82DF8F9AD5BB}" srcOrd="1" destOrd="0" presId="urn:microsoft.com/office/officeart/2016/7/layout/RepeatingBendingProcessNew"/>
    <dgm:cxn modelId="{C8366179-28A8-461B-9603-3D38A0B45096}" type="presOf" srcId="{991ABD50-66AD-4C7A-9E42-D667BE30CF11}" destId="{B80EB1F8-ED45-4BB7-B03E-BD821C30C54D}" srcOrd="1" destOrd="0" presId="urn:microsoft.com/office/officeart/2016/7/layout/RepeatingBendingProcessNew"/>
    <dgm:cxn modelId="{90AFC17F-D2C6-4E94-BF53-AA4578957454}" type="presOf" srcId="{98C54B8C-C800-4ED9-9BC9-6CD462C9CD9A}" destId="{81F29889-7563-46B7-8122-4E1730DD3CEB}" srcOrd="0" destOrd="0" presId="urn:microsoft.com/office/officeart/2016/7/layout/RepeatingBendingProcessNew"/>
    <dgm:cxn modelId="{83F99991-F8B5-4102-B9C3-9EC3B95EC25E}" type="presOf" srcId="{CD2B2B20-8276-4F50-8CC3-C6F6DC47D852}" destId="{C5078882-66F5-4C3A-A0AC-3AD9E2410809}" srcOrd="0" destOrd="0" presId="urn:microsoft.com/office/officeart/2016/7/layout/RepeatingBendingProcessNew"/>
    <dgm:cxn modelId="{E3FC0296-F5C9-4AD0-B1E8-D3ACB838686C}" srcId="{5D6550C3-EEC0-4845-B4A1-5540F453809B}" destId="{060E6877-4435-4859-8776-3297810E27E8}" srcOrd="9" destOrd="0" parTransId="{4EF94270-2F73-43F1-89C5-CD447808F268}" sibTransId="{4ACD4D5B-1C80-4BC5-B933-088AA47B369C}"/>
    <dgm:cxn modelId="{8AF56496-22DB-44BD-BF57-97142D064BFC}" type="presOf" srcId="{FA709653-6C00-435B-B610-F2CCDAC1643B}" destId="{5419CCC9-3611-45F6-85D3-6228EF970207}" srcOrd="0" destOrd="0" presId="urn:microsoft.com/office/officeart/2016/7/layout/RepeatingBendingProcessNew"/>
    <dgm:cxn modelId="{632BE196-5C9C-4C9B-9CFF-8A2794057B81}" srcId="{5D6550C3-EEC0-4845-B4A1-5540F453809B}" destId="{25638E17-CE77-4BBF-8902-BFE11FAB25B0}" srcOrd="14" destOrd="0" parTransId="{12AEAE2B-BBB4-4A85-9FA1-B2F4560A4D10}" sibTransId="{E1A7E517-46F5-44EB-AED9-BCCB3716A792}"/>
    <dgm:cxn modelId="{CCA8DB9B-349C-4907-9B94-A559D17B237E}" type="presOf" srcId="{03533FB1-9CF1-4A02-8B67-DD673C976F8A}" destId="{FC99410A-78D5-4F41-B8CB-D5F0C30A6142}" srcOrd="1" destOrd="0" presId="urn:microsoft.com/office/officeart/2016/7/layout/RepeatingBendingProcessNew"/>
    <dgm:cxn modelId="{596812A1-8A1B-4A34-8080-373CE7AE5CAA}" type="presOf" srcId="{9EFDD1A5-8721-40DC-8E57-F43B770D11B1}" destId="{A33E41D0-75B6-436C-9042-812594CFB51C}" srcOrd="0" destOrd="0" presId="urn:microsoft.com/office/officeart/2016/7/layout/RepeatingBendingProcessNew"/>
    <dgm:cxn modelId="{BEC2E5A4-37E2-4EC9-8A40-D7B14BE0CCAB}" type="presOf" srcId="{7AF604B7-70DB-4F7A-81CF-C680E64E2ED0}" destId="{DE2EDE00-9CE4-47BF-9569-140E397DDC49}" srcOrd="0" destOrd="0" presId="urn:microsoft.com/office/officeart/2016/7/layout/RepeatingBendingProcessNew"/>
    <dgm:cxn modelId="{635113A9-EB66-49C6-A972-2BAD7B6DB7B2}" type="presOf" srcId="{23CEB32A-EBF1-43D7-9703-B6840798D052}" destId="{5A62F8C9-0BD3-4DA3-AB10-363273BCC31C}" srcOrd="0" destOrd="0" presId="urn:microsoft.com/office/officeart/2016/7/layout/RepeatingBendingProcessNew"/>
    <dgm:cxn modelId="{928F8BA9-9009-4517-A2E5-BC49478A7D0E}" type="presOf" srcId="{8C9C9980-9D18-4B48-AC8C-AD755A2EF5D4}" destId="{E8E28EAF-3605-495D-95DE-9E5597E4F544}" srcOrd="0" destOrd="0" presId="urn:microsoft.com/office/officeart/2016/7/layout/RepeatingBendingProcessNew"/>
    <dgm:cxn modelId="{E1B999AC-8FCE-4A50-81AE-88A6769E3217}" type="presOf" srcId="{75320037-2CEC-4E68-8053-FEB9B9E60FB4}" destId="{1F7659A8-A9EC-49BD-AF1A-E29637D77F8D}" srcOrd="0" destOrd="0" presId="urn:microsoft.com/office/officeart/2016/7/layout/RepeatingBendingProcessNew"/>
    <dgm:cxn modelId="{55B375AF-8315-4E06-AC33-B1371964BD84}" type="presOf" srcId="{783EFA67-5794-4CAE-B71A-045A40BE1E91}" destId="{E5F4D131-2858-43FF-8EE8-DD544C4ABC4B}" srcOrd="0" destOrd="0" presId="urn:microsoft.com/office/officeart/2016/7/layout/RepeatingBendingProcessNew"/>
    <dgm:cxn modelId="{130FFCB1-801B-4C08-A2DC-06D6AD1A3137}" type="presOf" srcId="{35F11446-556F-4D7A-BAB3-7FF76367F6D7}" destId="{2D00C2F5-97C6-4A49-8F18-9907CFA0198F}" srcOrd="1" destOrd="0" presId="urn:microsoft.com/office/officeart/2016/7/layout/RepeatingBendingProcessNew"/>
    <dgm:cxn modelId="{E158BAB2-5BB0-46C1-BA71-5EA984070B6E}" type="presOf" srcId="{E8F5130E-4FFF-451F-BB1B-5609C5375DA8}" destId="{4F9AFDDA-2F56-454C-BEB5-27BE7A4320D9}" srcOrd="0" destOrd="0" presId="urn:microsoft.com/office/officeart/2016/7/layout/RepeatingBendingProcessNew"/>
    <dgm:cxn modelId="{301730BB-5DE4-41DD-964C-1E7182A3A6E6}" type="presOf" srcId="{060E6877-4435-4859-8776-3297810E27E8}" destId="{85B7346B-3476-404A-83A5-1E8CB1E2EE0F}" srcOrd="0" destOrd="0" presId="urn:microsoft.com/office/officeart/2016/7/layout/RepeatingBendingProcessNew"/>
    <dgm:cxn modelId="{F0D1C5C2-ABDF-42E3-BF72-0582EBB4CE45}" type="presOf" srcId="{0AF2AD77-1C00-49DB-BB7C-2EB8B36E659F}" destId="{67F89EE6-012C-48EF-A7F5-18764AC23D0E}" srcOrd="1" destOrd="0" presId="urn:microsoft.com/office/officeart/2016/7/layout/RepeatingBendingProcessNew"/>
    <dgm:cxn modelId="{616968C4-3BB9-434D-B434-942AA143C8FA}" type="presOf" srcId="{03533FB1-9CF1-4A02-8B67-DD673C976F8A}" destId="{3B8726C3-F239-474E-9C86-C7D3EFB1A7A5}" srcOrd="0" destOrd="0" presId="urn:microsoft.com/office/officeart/2016/7/layout/RepeatingBendingProcessNew"/>
    <dgm:cxn modelId="{59EACAC8-5C59-4B90-9EDA-9C5B5A433B02}" srcId="{5D6550C3-EEC0-4845-B4A1-5540F453809B}" destId="{8C9C9980-9D18-4B48-AC8C-AD755A2EF5D4}" srcOrd="11" destOrd="0" parTransId="{B212DA96-90CB-40A3-96A8-56CB7200CFE5}" sibTransId="{03533FB1-9CF1-4A02-8B67-DD673C976F8A}"/>
    <dgm:cxn modelId="{9FB05ACE-F1AA-4C7C-AC8E-8C43F8B9D412}" type="presOf" srcId="{23CEB32A-EBF1-43D7-9703-B6840798D052}" destId="{8E3C2E54-90F0-4A14-AA09-23C6E06DF806}" srcOrd="1" destOrd="0" presId="urn:microsoft.com/office/officeart/2016/7/layout/RepeatingBendingProcessNew"/>
    <dgm:cxn modelId="{8BBE32D0-47CB-4596-8A3F-D3F8434DD336}" srcId="{5D6550C3-EEC0-4845-B4A1-5540F453809B}" destId="{2BDFCEAC-6EF6-48A1-B22A-F3184479FA6C}" srcOrd="5" destOrd="0" parTransId="{C630DCD2-BD10-46BF-B255-F0EA10002FE9}" sibTransId="{C17641EE-1EF8-43C9-8F5D-AF334027DC32}"/>
    <dgm:cxn modelId="{AB5259D1-082E-4AA6-BC92-06725BFAB063}" srcId="{5D6550C3-EEC0-4845-B4A1-5540F453809B}" destId="{98C54B8C-C800-4ED9-9BC9-6CD462C9CD9A}" srcOrd="10" destOrd="0" parTransId="{3CF5E88C-0CD5-45E6-B841-C88778799F24}" sibTransId="{5BC8A93B-B779-4635-88BD-5CB44BD84396}"/>
    <dgm:cxn modelId="{6FCFDAD3-7676-43AA-B902-DED1839D5C08}" type="presOf" srcId="{D860296C-31AD-4C0D-AD22-2E03BE8CFCE5}" destId="{CA601F62-B2E6-4CFF-AF55-7FFC88DBF11A}" srcOrd="0" destOrd="0" presId="urn:microsoft.com/office/officeart/2016/7/layout/RepeatingBendingProcessNew"/>
    <dgm:cxn modelId="{C8D5BFD5-89FF-4761-ACC8-EB8BAADB0894}" type="presOf" srcId="{35F11446-556F-4D7A-BAB3-7FF76367F6D7}" destId="{E037F3C5-98D4-4F51-B2FD-50CBA2B384C8}" srcOrd="0" destOrd="0" presId="urn:microsoft.com/office/officeart/2016/7/layout/RepeatingBendingProcessNew"/>
    <dgm:cxn modelId="{7D725AD9-F493-4DF4-92EE-1183D0046671}" type="presOf" srcId="{3755FBBB-AF84-4041-9F6B-76FC6402B0BB}" destId="{569CF42D-9687-48BE-A0E0-1B200338F5C0}" srcOrd="0" destOrd="0" presId="urn:microsoft.com/office/officeart/2016/7/layout/RepeatingBendingProcessNew"/>
    <dgm:cxn modelId="{DF6D89DC-1355-4055-B9E2-CBDB41A33BF6}" type="presOf" srcId="{D1D9BAFF-F426-4633-B00F-0DEFEEC849E8}" destId="{B3CB8B89-CA8E-4F9A-9DCE-90E90BC306FA}" srcOrd="0" destOrd="0" presId="urn:microsoft.com/office/officeart/2016/7/layout/RepeatingBendingProcessNew"/>
    <dgm:cxn modelId="{756955DE-B702-4E99-A74F-363973DE742B}" type="presOf" srcId="{3755FBBB-AF84-4041-9F6B-76FC6402B0BB}" destId="{8FFD1712-A58E-4FA7-A02F-998B108B2CD0}" srcOrd="1" destOrd="0" presId="urn:microsoft.com/office/officeart/2016/7/layout/RepeatingBendingProcessNew"/>
    <dgm:cxn modelId="{1B25C0E0-BF2E-481B-B158-6F8626CDBA66}" type="presOf" srcId="{825B4B06-8324-41A2-8A36-A644C27DAE26}" destId="{15F319A4-301A-4CBC-816F-5CB2ABEE90A8}" srcOrd="0" destOrd="0" presId="urn:microsoft.com/office/officeart/2016/7/layout/RepeatingBendingProcessNew"/>
    <dgm:cxn modelId="{B07711E4-D0A1-44F1-A26F-7CDC92FADFE8}" type="presOf" srcId="{D860296C-31AD-4C0D-AD22-2E03BE8CFCE5}" destId="{E758C1AC-6F7D-4465-9055-C811B9671D4F}" srcOrd="1" destOrd="0" presId="urn:microsoft.com/office/officeart/2016/7/layout/RepeatingBendingProcessNew"/>
    <dgm:cxn modelId="{99010DE8-DA19-4C2D-8760-B55A0D633DEE}" type="presOf" srcId="{E863F539-04EA-4B63-AAA6-D61AAE41B564}" destId="{ECC5E6A2-F24C-48C6-8403-FE0F57446C51}" srcOrd="0" destOrd="0" presId="urn:microsoft.com/office/officeart/2016/7/layout/RepeatingBendingProcessNew"/>
    <dgm:cxn modelId="{6A2983EA-1481-4C3B-9304-F9BC62FF6F61}" type="presOf" srcId="{5BC8A93B-B779-4635-88BD-5CB44BD84396}" destId="{358AC810-1D69-405A-A52A-42B833703599}" srcOrd="1" destOrd="0" presId="urn:microsoft.com/office/officeart/2016/7/layout/RepeatingBendingProcessNew"/>
    <dgm:cxn modelId="{D82B5AEB-5156-4F67-B491-D88E75CC00BD}" srcId="{5D6550C3-EEC0-4845-B4A1-5540F453809B}" destId="{45FEF127-6D47-4384-B427-45A84FEFC9E6}" srcOrd="4" destOrd="0" parTransId="{7EA768D4-2EEB-4BEF-ACFF-B7BFA2F8FC12}" sibTransId="{991ABD50-66AD-4C7A-9E42-D667BE30CF11}"/>
    <dgm:cxn modelId="{B2DA5BF0-C897-461B-BF7B-A390A2A82B7C}" type="presOf" srcId="{5BC8A93B-B779-4635-88BD-5CB44BD84396}" destId="{5A1076D2-048D-4BC6-931B-2A74A102E008}" srcOrd="0" destOrd="0" presId="urn:microsoft.com/office/officeart/2016/7/layout/RepeatingBendingProcessNew"/>
    <dgm:cxn modelId="{377FE7F2-042D-49A9-B0FE-EF98DC6F3D35}" type="presOf" srcId="{25638E17-CE77-4BBF-8902-BFE11FAB25B0}" destId="{8F764425-B08A-43D4-8673-ACDCC5846A9F}" srcOrd="0" destOrd="0" presId="urn:microsoft.com/office/officeart/2016/7/layout/RepeatingBendingProcessNew"/>
    <dgm:cxn modelId="{B790ABF5-C626-4097-88C7-DA2D1EC1955F}" type="presOf" srcId="{4ACD4D5B-1C80-4BC5-B933-088AA47B369C}" destId="{EC02887A-72FB-4825-91ED-C5EAAD59486D}" srcOrd="0" destOrd="0" presId="urn:microsoft.com/office/officeart/2016/7/layout/RepeatingBendingProcessNew"/>
    <dgm:cxn modelId="{8D10C1F5-F16D-4DEF-A225-6C5AA12920F2}" srcId="{5D6550C3-EEC0-4845-B4A1-5540F453809B}" destId="{7AF604B7-70DB-4F7A-81CF-C680E64E2ED0}" srcOrd="8" destOrd="0" parTransId="{51ED2E3A-235A-42A4-BC16-65C3C1A24C12}" sibTransId="{0AF2AD77-1C00-49DB-BB7C-2EB8B36E659F}"/>
    <dgm:cxn modelId="{FCF4E8FB-9D12-45F4-A6B4-01E96903BC51}" type="presOf" srcId="{0AF2AD77-1C00-49DB-BB7C-2EB8B36E659F}" destId="{24F6B819-4E12-4EFD-A31D-62CC6A7E8A40}" srcOrd="0" destOrd="0" presId="urn:microsoft.com/office/officeart/2016/7/layout/RepeatingBendingProcessNew"/>
    <dgm:cxn modelId="{E6865DFF-B150-4165-872C-0F796946B6B8}" type="presOf" srcId="{825B4B06-8324-41A2-8A36-A644C27DAE26}" destId="{52EFBCFF-A627-4BDF-A4F4-F5C15D52F242}" srcOrd="1" destOrd="0" presId="urn:microsoft.com/office/officeart/2016/7/layout/RepeatingBendingProcessNew"/>
    <dgm:cxn modelId="{2417F061-721F-4BC1-85D3-D6B22EC5F502}" type="presParOf" srcId="{A1F584CC-E5ED-4B8D-BC31-93BF3C73C5F6}" destId="{43AC68EC-5B5D-46B5-885B-8DEC5713C8E0}" srcOrd="0" destOrd="0" presId="urn:microsoft.com/office/officeart/2016/7/layout/RepeatingBendingProcessNew"/>
    <dgm:cxn modelId="{5E7D1B91-84DF-40BD-A884-38628F2E6140}" type="presParOf" srcId="{A1F584CC-E5ED-4B8D-BC31-93BF3C73C5F6}" destId="{640D5CBE-5A79-4CD0-B8D7-4EEFFABB9B3C}" srcOrd="1" destOrd="0" presId="urn:microsoft.com/office/officeart/2016/7/layout/RepeatingBendingProcessNew"/>
    <dgm:cxn modelId="{653D9A7B-10EF-4B81-800A-4E3FE7DB8E38}" type="presParOf" srcId="{640D5CBE-5A79-4CD0-B8D7-4EEFFABB9B3C}" destId="{FB2D2A3A-EE1A-4B19-9421-8A8314654289}" srcOrd="0" destOrd="0" presId="urn:microsoft.com/office/officeart/2016/7/layout/RepeatingBendingProcessNew"/>
    <dgm:cxn modelId="{E80B3E59-9014-4E3C-8BEF-FA6F20D5ACA1}" type="presParOf" srcId="{A1F584CC-E5ED-4B8D-BC31-93BF3C73C5F6}" destId="{4F9AFDDA-2F56-454C-BEB5-27BE7A4320D9}" srcOrd="2" destOrd="0" presId="urn:microsoft.com/office/officeart/2016/7/layout/RepeatingBendingProcessNew"/>
    <dgm:cxn modelId="{FC684239-238C-4860-AB86-42B0F7E885C1}" type="presParOf" srcId="{A1F584CC-E5ED-4B8D-BC31-93BF3C73C5F6}" destId="{C5078882-66F5-4C3A-A0AC-3AD9E2410809}" srcOrd="3" destOrd="0" presId="urn:microsoft.com/office/officeart/2016/7/layout/RepeatingBendingProcessNew"/>
    <dgm:cxn modelId="{E79823DA-7212-4A00-B2B3-8DB08FBB09F6}" type="presParOf" srcId="{C5078882-66F5-4C3A-A0AC-3AD9E2410809}" destId="{B9293F48-67C0-40F6-857C-7AD375C911C8}" srcOrd="0" destOrd="0" presId="urn:microsoft.com/office/officeart/2016/7/layout/RepeatingBendingProcessNew"/>
    <dgm:cxn modelId="{0C2950FA-50FE-4FB4-A561-2E13E21DBFC3}" type="presParOf" srcId="{A1F584CC-E5ED-4B8D-BC31-93BF3C73C5F6}" destId="{ECC5E6A2-F24C-48C6-8403-FE0F57446C51}" srcOrd="4" destOrd="0" presId="urn:microsoft.com/office/officeart/2016/7/layout/RepeatingBendingProcessNew"/>
    <dgm:cxn modelId="{A74FF3A9-6C82-458A-BBF6-33196D29D4C6}" type="presParOf" srcId="{A1F584CC-E5ED-4B8D-BC31-93BF3C73C5F6}" destId="{15F319A4-301A-4CBC-816F-5CB2ABEE90A8}" srcOrd="5" destOrd="0" presId="urn:microsoft.com/office/officeart/2016/7/layout/RepeatingBendingProcessNew"/>
    <dgm:cxn modelId="{742554BC-6105-438C-92B0-D4B0B18282F8}" type="presParOf" srcId="{15F319A4-301A-4CBC-816F-5CB2ABEE90A8}" destId="{52EFBCFF-A627-4BDF-A4F4-F5C15D52F242}" srcOrd="0" destOrd="0" presId="urn:microsoft.com/office/officeart/2016/7/layout/RepeatingBendingProcessNew"/>
    <dgm:cxn modelId="{04625620-26BE-4A18-8A46-635519BDCD78}" type="presParOf" srcId="{A1F584CC-E5ED-4B8D-BC31-93BF3C73C5F6}" destId="{5419CCC9-3611-45F6-85D3-6228EF970207}" srcOrd="6" destOrd="0" presId="urn:microsoft.com/office/officeart/2016/7/layout/RepeatingBendingProcessNew"/>
    <dgm:cxn modelId="{5F532D1A-80E4-45F8-B14E-40097B8EB3B9}" type="presParOf" srcId="{A1F584CC-E5ED-4B8D-BC31-93BF3C73C5F6}" destId="{CA601F62-B2E6-4CFF-AF55-7FFC88DBF11A}" srcOrd="7" destOrd="0" presId="urn:microsoft.com/office/officeart/2016/7/layout/RepeatingBendingProcessNew"/>
    <dgm:cxn modelId="{24A28057-3E25-498B-AEFF-195CCA3269C5}" type="presParOf" srcId="{CA601F62-B2E6-4CFF-AF55-7FFC88DBF11A}" destId="{E758C1AC-6F7D-4465-9055-C811B9671D4F}" srcOrd="0" destOrd="0" presId="urn:microsoft.com/office/officeart/2016/7/layout/RepeatingBendingProcessNew"/>
    <dgm:cxn modelId="{4783BB39-845D-445C-A278-443D16AAE81B}" type="presParOf" srcId="{A1F584CC-E5ED-4B8D-BC31-93BF3C73C5F6}" destId="{E1618733-98C3-4917-A0B2-D3864281481D}" srcOrd="8" destOrd="0" presId="urn:microsoft.com/office/officeart/2016/7/layout/RepeatingBendingProcessNew"/>
    <dgm:cxn modelId="{DB0C0FDC-91DA-4F45-9E81-5AEB4BA2F322}" type="presParOf" srcId="{A1F584CC-E5ED-4B8D-BC31-93BF3C73C5F6}" destId="{D552275B-F07E-47F7-884B-020456E6369A}" srcOrd="9" destOrd="0" presId="urn:microsoft.com/office/officeart/2016/7/layout/RepeatingBendingProcessNew"/>
    <dgm:cxn modelId="{91490D9D-9BDC-4BF8-B72B-130619768304}" type="presParOf" srcId="{D552275B-F07E-47F7-884B-020456E6369A}" destId="{B80EB1F8-ED45-4BB7-B03E-BD821C30C54D}" srcOrd="0" destOrd="0" presId="urn:microsoft.com/office/officeart/2016/7/layout/RepeatingBendingProcessNew"/>
    <dgm:cxn modelId="{FD3BB519-2EA0-4888-BC72-FE65F31E61C7}" type="presParOf" srcId="{A1F584CC-E5ED-4B8D-BC31-93BF3C73C5F6}" destId="{8898BA64-796E-41F4-B76B-8E1B910AF379}" srcOrd="10" destOrd="0" presId="urn:microsoft.com/office/officeart/2016/7/layout/RepeatingBendingProcessNew"/>
    <dgm:cxn modelId="{C34CE9B5-FB4A-4569-A5E1-DA900B50D368}" type="presParOf" srcId="{A1F584CC-E5ED-4B8D-BC31-93BF3C73C5F6}" destId="{44B3C5A7-795E-435F-AB1A-A7D1E8F5B96E}" srcOrd="11" destOrd="0" presId="urn:microsoft.com/office/officeart/2016/7/layout/RepeatingBendingProcessNew"/>
    <dgm:cxn modelId="{CF916491-5784-4CE8-A53D-9DDA4FBEF287}" type="presParOf" srcId="{44B3C5A7-795E-435F-AB1A-A7D1E8F5B96E}" destId="{F6A70E50-6699-4788-92AD-3086CF3DA933}" srcOrd="0" destOrd="0" presId="urn:microsoft.com/office/officeart/2016/7/layout/RepeatingBendingProcessNew"/>
    <dgm:cxn modelId="{C311856E-C220-48F1-AA82-9845D0D3EDEA}" type="presParOf" srcId="{A1F584CC-E5ED-4B8D-BC31-93BF3C73C5F6}" destId="{A33E41D0-75B6-436C-9042-812594CFB51C}" srcOrd="12" destOrd="0" presId="urn:microsoft.com/office/officeart/2016/7/layout/RepeatingBendingProcessNew"/>
    <dgm:cxn modelId="{8ECACF5A-2599-4057-A85B-D0D51D9369CB}" type="presParOf" srcId="{A1F584CC-E5ED-4B8D-BC31-93BF3C73C5F6}" destId="{5A62F8C9-0BD3-4DA3-AB10-363273BCC31C}" srcOrd="13" destOrd="0" presId="urn:microsoft.com/office/officeart/2016/7/layout/RepeatingBendingProcessNew"/>
    <dgm:cxn modelId="{26AB9AC4-9168-469E-A77F-62D9501D754F}" type="presParOf" srcId="{5A62F8C9-0BD3-4DA3-AB10-363273BCC31C}" destId="{8E3C2E54-90F0-4A14-AA09-23C6E06DF806}" srcOrd="0" destOrd="0" presId="urn:microsoft.com/office/officeart/2016/7/layout/RepeatingBendingProcessNew"/>
    <dgm:cxn modelId="{4F924B27-3BDF-4191-9117-67984FBA7704}" type="presParOf" srcId="{A1F584CC-E5ED-4B8D-BC31-93BF3C73C5F6}" destId="{11652459-5633-4EBC-BBF6-C65B5BA30058}" srcOrd="14" destOrd="0" presId="urn:microsoft.com/office/officeart/2016/7/layout/RepeatingBendingProcessNew"/>
    <dgm:cxn modelId="{EE17AB88-38D1-45BE-B72A-63E1E6CD2F99}" type="presParOf" srcId="{A1F584CC-E5ED-4B8D-BC31-93BF3C73C5F6}" destId="{E037F3C5-98D4-4F51-B2FD-50CBA2B384C8}" srcOrd="15" destOrd="0" presId="urn:microsoft.com/office/officeart/2016/7/layout/RepeatingBendingProcessNew"/>
    <dgm:cxn modelId="{3AE565F9-AEAA-470B-B57B-B2328FA23C43}" type="presParOf" srcId="{E037F3C5-98D4-4F51-B2FD-50CBA2B384C8}" destId="{2D00C2F5-97C6-4A49-8F18-9907CFA0198F}" srcOrd="0" destOrd="0" presId="urn:microsoft.com/office/officeart/2016/7/layout/RepeatingBendingProcessNew"/>
    <dgm:cxn modelId="{5A016BF8-FE56-494C-9013-EE53E1EF092A}" type="presParOf" srcId="{A1F584CC-E5ED-4B8D-BC31-93BF3C73C5F6}" destId="{DE2EDE00-9CE4-47BF-9569-140E397DDC49}" srcOrd="16" destOrd="0" presId="urn:microsoft.com/office/officeart/2016/7/layout/RepeatingBendingProcessNew"/>
    <dgm:cxn modelId="{53066A4D-ACE8-4CFD-8D2E-334B8611A19A}" type="presParOf" srcId="{A1F584CC-E5ED-4B8D-BC31-93BF3C73C5F6}" destId="{24F6B819-4E12-4EFD-A31D-62CC6A7E8A40}" srcOrd="17" destOrd="0" presId="urn:microsoft.com/office/officeart/2016/7/layout/RepeatingBendingProcessNew"/>
    <dgm:cxn modelId="{924990CB-4795-4CCC-99F6-F9BD1E32BCEE}" type="presParOf" srcId="{24F6B819-4E12-4EFD-A31D-62CC6A7E8A40}" destId="{67F89EE6-012C-48EF-A7F5-18764AC23D0E}" srcOrd="0" destOrd="0" presId="urn:microsoft.com/office/officeart/2016/7/layout/RepeatingBendingProcessNew"/>
    <dgm:cxn modelId="{5ADB3385-88E1-4085-BF1C-594BB04A2500}" type="presParOf" srcId="{A1F584CC-E5ED-4B8D-BC31-93BF3C73C5F6}" destId="{85B7346B-3476-404A-83A5-1E8CB1E2EE0F}" srcOrd="18" destOrd="0" presId="urn:microsoft.com/office/officeart/2016/7/layout/RepeatingBendingProcessNew"/>
    <dgm:cxn modelId="{15598944-6103-404A-971B-4C5CA9900CB7}" type="presParOf" srcId="{A1F584CC-E5ED-4B8D-BC31-93BF3C73C5F6}" destId="{EC02887A-72FB-4825-91ED-C5EAAD59486D}" srcOrd="19" destOrd="0" presId="urn:microsoft.com/office/officeart/2016/7/layout/RepeatingBendingProcessNew"/>
    <dgm:cxn modelId="{E32D501E-01E3-476B-BD86-894B63C61EC1}" type="presParOf" srcId="{EC02887A-72FB-4825-91ED-C5EAAD59486D}" destId="{FFAAC48C-103D-4E99-9BF2-5C1FE6A2200D}" srcOrd="0" destOrd="0" presId="urn:microsoft.com/office/officeart/2016/7/layout/RepeatingBendingProcessNew"/>
    <dgm:cxn modelId="{45C70FF1-CD09-4B8A-9066-16F77785FB8E}" type="presParOf" srcId="{A1F584CC-E5ED-4B8D-BC31-93BF3C73C5F6}" destId="{81F29889-7563-46B7-8122-4E1730DD3CEB}" srcOrd="20" destOrd="0" presId="urn:microsoft.com/office/officeart/2016/7/layout/RepeatingBendingProcessNew"/>
    <dgm:cxn modelId="{9490B967-645D-4859-9B9D-DEED70EA56BD}" type="presParOf" srcId="{A1F584CC-E5ED-4B8D-BC31-93BF3C73C5F6}" destId="{5A1076D2-048D-4BC6-931B-2A74A102E008}" srcOrd="21" destOrd="0" presId="urn:microsoft.com/office/officeart/2016/7/layout/RepeatingBendingProcessNew"/>
    <dgm:cxn modelId="{40FC33EE-181D-4ACE-8B36-11FB066B9EEF}" type="presParOf" srcId="{5A1076D2-048D-4BC6-931B-2A74A102E008}" destId="{358AC810-1D69-405A-A52A-42B833703599}" srcOrd="0" destOrd="0" presId="urn:microsoft.com/office/officeart/2016/7/layout/RepeatingBendingProcessNew"/>
    <dgm:cxn modelId="{C4431C52-2E71-498D-8A59-2EE3E9D5567B}" type="presParOf" srcId="{A1F584CC-E5ED-4B8D-BC31-93BF3C73C5F6}" destId="{E8E28EAF-3605-495D-95DE-9E5597E4F544}" srcOrd="22" destOrd="0" presId="urn:microsoft.com/office/officeart/2016/7/layout/RepeatingBendingProcessNew"/>
    <dgm:cxn modelId="{7ED9B479-954A-424F-9397-5B714987BEE4}" type="presParOf" srcId="{A1F584CC-E5ED-4B8D-BC31-93BF3C73C5F6}" destId="{3B8726C3-F239-474E-9C86-C7D3EFB1A7A5}" srcOrd="23" destOrd="0" presId="urn:microsoft.com/office/officeart/2016/7/layout/RepeatingBendingProcessNew"/>
    <dgm:cxn modelId="{348663D0-EB5B-4FE5-8A90-47B0F62122E1}" type="presParOf" srcId="{3B8726C3-F239-474E-9C86-C7D3EFB1A7A5}" destId="{FC99410A-78D5-4F41-B8CB-D5F0C30A6142}" srcOrd="0" destOrd="0" presId="urn:microsoft.com/office/officeart/2016/7/layout/RepeatingBendingProcessNew"/>
    <dgm:cxn modelId="{9A34DB38-6B1C-4B4F-AC65-C90EA798724B}" type="presParOf" srcId="{A1F584CC-E5ED-4B8D-BC31-93BF3C73C5F6}" destId="{E5F4D131-2858-43FF-8EE8-DD544C4ABC4B}" srcOrd="24" destOrd="0" presId="urn:microsoft.com/office/officeart/2016/7/layout/RepeatingBendingProcessNew"/>
    <dgm:cxn modelId="{360CA4E8-52CF-49C2-8138-C5B4B3E7697E}" type="presParOf" srcId="{A1F584CC-E5ED-4B8D-BC31-93BF3C73C5F6}" destId="{1F7659A8-A9EC-49BD-AF1A-E29637D77F8D}" srcOrd="25" destOrd="0" presId="urn:microsoft.com/office/officeart/2016/7/layout/RepeatingBendingProcessNew"/>
    <dgm:cxn modelId="{283DE486-2836-4679-8ECD-62036617C8FB}" type="presParOf" srcId="{1F7659A8-A9EC-49BD-AF1A-E29637D77F8D}" destId="{1E31F4E6-98BA-496C-B572-82DF8F9AD5BB}" srcOrd="0" destOrd="0" presId="urn:microsoft.com/office/officeart/2016/7/layout/RepeatingBendingProcessNew"/>
    <dgm:cxn modelId="{43A3FF8B-A36D-4D1D-9B71-33A47F87559A}" type="presParOf" srcId="{A1F584CC-E5ED-4B8D-BC31-93BF3C73C5F6}" destId="{B3CB8B89-CA8E-4F9A-9DCE-90E90BC306FA}" srcOrd="26" destOrd="0" presId="urn:microsoft.com/office/officeart/2016/7/layout/RepeatingBendingProcessNew"/>
    <dgm:cxn modelId="{DCED02E7-09D9-47B8-98D2-B8AFF11026C6}" type="presParOf" srcId="{A1F584CC-E5ED-4B8D-BC31-93BF3C73C5F6}" destId="{569CF42D-9687-48BE-A0E0-1B200338F5C0}" srcOrd="27" destOrd="0" presId="urn:microsoft.com/office/officeart/2016/7/layout/RepeatingBendingProcessNew"/>
    <dgm:cxn modelId="{C684A3B0-604F-4FA6-B8D2-D31657DEF7B5}" type="presParOf" srcId="{569CF42D-9687-48BE-A0E0-1B200338F5C0}" destId="{8FFD1712-A58E-4FA7-A02F-998B108B2CD0}" srcOrd="0" destOrd="0" presId="urn:microsoft.com/office/officeart/2016/7/layout/RepeatingBendingProcessNew"/>
    <dgm:cxn modelId="{93BC33A4-DEDB-46E2-9D48-5E396A0066E5}" type="presParOf" srcId="{A1F584CC-E5ED-4B8D-BC31-93BF3C73C5F6}" destId="{8F764425-B08A-43D4-8673-ACDCC5846A9F}" srcOrd="2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48A1FFB-CCAC-43DE-9158-A7FCED3683B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16C9738-3FB5-4B4C-BA5F-7F72E674673A}">
      <dgm:prSet/>
      <dgm:spPr/>
      <dgm:t>
        <a:bodyPr/>
        <a:lstStyle/>
        <a:p>
          <a:r>
            <a:rPr lang="en-US"/>
            <a:t>Hiring lifecycle is predefined and not fully customizable</a:t>
          </a:r>
        </a:p>
      </dgm:t>
    </dgm:pt>
    <dgm:pt modelId="{9310E88F-A572-499E-855F-9D34C58AAC39}" type="parTrans" cxnId="{87EB1AFA-6265-4DF6-AFB3-B70AF45DA2C4}">
      <dgm:prSet/>
      <dgm:spPr/>
      <dgm:t>
        <a:bodyPr/>
        <a:lstStyle/>
        <a:p>
          <a:endParaRPr lang="en-US"/>
        </a:p>
      </dgm:t>
    </dgm:pt>
    <dgm:pt modelId="{9AA7E770-7D26-4A96-9DCD-617E43056F52}" type="sibTrans" cxnId="{87EB1AFA-6265-4DF6-AFB3-B70AF45DA2C4}">
      <dgm:prSet/>
      <dgm:spPr/>
      <dgm:t>
        <a:bodyPr/>
        <a:lstStyle/>
        <a:p>
          <a:endParaRPr lang="en-US"/>
        </a:p>
      </dgm:t>
    </dgm:pt>
    <dgm:pt modelId="{0E0C73F5-D299-42E6-BD46-0FBF1BAD0ACA}">
      <dgm:prSet/>
      <dgm:spPr/>
      <dgm:t>
        <a:bodyPr/>
        <a:lstStyle/>
        <a:p>
          <a:r>
            <a:rPr lang="en-US"/>
            <a:t>Role structure is limited to employer, job seeker, and admin</a:t>
          </a:r>
        </a:p>
      </dgm:t>
    </dgm:pt>
    <dgm:pt modelId="{5ECBE642-A4BC-4B21-952C-69EBC85B264A}" type="parTrans" cxnId="{39E318D1-FF0B-444D-9025-1DD4B2FF452E}">
      <dgm:prSet/>
      <dgm:spPr/>
      <dgm:t>
        <a:bodyPr/>
        <a:lstStyle/>
        <a:p>
          <a:endParaRPr lang="en-US"/>
        </a:p>
      </dgm:t>
    </dgm:pt>
    <dgm:pt modelId="{86299671-C200-4511-9CDB-2A447E4FE423}" type="sibTrans" cxnId="{39E318D1-FF0B-444D-9025-1DD4B2FF452E}">
      <dgm:prSet/>
      <dgm:spPr/>
      <dgm:t>
        <a:bodyPr/>
        <a:lstStyle/>
        <a:p>
          <a:endParaRPr lang="en-US"/>
        </a:p>
      </dgm:t>
    </dgm:pt>
    <dgm:pt modelId="{F1824152-3BEA-4BE3-9CD2-BFA30C6C65D2}">
      <dgm:prSet/>
      <dgm:spPr/>
      <dgm:t>
        <a:bodyPr/>
        <a:lstStyle/>
        <a:p>
          <a:r>
            <a:rPr lang="en-US"/>
            <a:t>Basic recommendation logic (no machine learning implementation)</a:t>
          </a:r>
        </a:p>
      </dgm:t>
    </dgm:pt>
    <dgm:pt modelId="{8E7AACB6-8CD4-4106-937D-39A39F273FED}" type="parTrans" cxnId="{66F5A0B3-83C4-4AB9-B28E-0EDE2A59156A}">
      <dgm:prSet/>
      <dgm:spPr/>
      <dgm:t>
        <a:bodyPr/>
        <a:lstStyle/>
        <a:p>
          <a:endParaRPr lang="en-US"/>
        </a:p>
      </dgm:t>
    </dgm:pt>
    <dgm:pt modelId="{481BADBA-291E-418E-A203-5AD4D2B54C07}" type="sibTrans" cxnId="{66F5A0B3-83C4-4AB9-B28E-0EDE2A59156A}">
      <dgm:prSet/>
      <dgm:spPr/>
      <dgm:t>
        <a:bodyPr/>
        <a:lstStyle/>
        <a:p>
          <a:endParaRPr lang="en-US"/>
        </a:p>
      </dgm:t>
    </dgm:pt>
    <dgm:pt modelId="{A61AA829-B14C-46EF-ACE1-C99DA134DE91}">
      <dgm:prSet/>
      <dgm:spPr/>
      <dgm:t>
        <a:bodyPr/>
        <a:lstStyle/>
        <a:p>
          <a:r>
            <a:rPr lang="en-US"/>
            <a:t>Performance optimization for large-scale traffic was not evaluated</a:t>
          </a:r>
        </a:p>
      </dgm:t>
    </dgm:pt>
    <dgm:pt modelId="{7B2F394C-277C-42D6-8F80-E8EA72D8076B}" type="parTrans" cxnId="{79E3474E-3648-4386-A118-94861A303EA7}">
      <dgm:prSet/>
      <dgm:spPr/>
      <dgm:t>
        <a:bodyPr/>
        <a:lstStyle/>
        <a:p>
          <a:endParaRPr lang="en-US"/>
        </a:p>
      </dgm:t>
    </dgm:pt>
    <dgm:pt modelId="{D32F4E8E-0179-416A-8801-0CC03C3D0984}" type="sibTrans" cxnId="{79E3474E-3648-4386-A118-94861A303EA7}">
      <dgm:prSet/>
      <dgm:spPr/>
      <dgm:t>
        <a:bodyPr/>
        <a:lstStyle/>
        <a:p>
          <a:endParaRPr lang="en-US"/>
        </a:p>
      </dgm:t>
    </dgm:pt>
    <dgm:pt modelId="{FF32EFB0-1F48-430B-BF56-335CBCE0A0DE}">
      <dgm:prSet/>
      <dgm:spPr/>
      <dgm:t>
        <a:bodyPr/>
        <a:lstStyle/>
        <a:p>
          <a:r>
            <a:rPr lang="en-US"/>
            <a:t>Security implementation is basic</a:t>
          </a:r>
        </a:p>
      </dgm:t>
    </dgm:pt>
    <dgm:pt modelId="{1AE9C3CA-3931-4A79-B5DF-BAFCB3525CA9}" type="parTrans" cxnId="{D03E848C-1765-44D9-B67C-D1C7A13E9473}">
      <dgm:prSet/>
      <dgm:spPr/>
      <dgm:t>
        <a:bodyPr/>
        <a:lstStyle/>
        <a:p>
          <a:endParaRPr lang="en-US"/>
        </a:p>
      </dgm:t>
    </dgm:pt>
    <dgm:pt modelId="{82A4D6CC-C4C0-4228-98B8-DC52FDA06ECA}" type="sibTrans" cxnId="{D03E848C-1765-44D9-B67C-D1C7A13E9473}">
      <dgm:prSet/>
      <dgm:spPr/>
      <dgm:t>
        <a:bodyPr/>
        <a:lstStyle/>
        <a:p>
          <a:endParaRPr lang="en-US"/>
        </a:p>
      </dgm:t>
    </dgm:pt>
    <dgm:pt modelId="{67607C4E-98AF-479A-A647-D8CA32B4871F}">
      <dgm:prSet/>
      <dgm:spPr/>
      <dgm:t>
        <a:bodyPr/>
        <a:lstStyle/>
        <a:p>
          <a:r>
            <a:rPr lang="en-US"/>
            <a:t>Deployment intended for demonstration and academic validation</a:t>
          </a:r>
        </a:p>
      </dgm:t>
    </dgm:pt>
    <dgm:pt modelId="{DC74AD7E-E779-46BB-9494-32A7562CF85B}" type="parTrans" cxnId="{DA2C04B9-FFD7-48FC-9878-88701EAE7CBA}">
      <dgm:prSet/>
      <dgm:spPr/>
      <dgm:t>
        <a:bodyPr/>
        <a:lstStyle/>
        <a:p>
          <a:endParaRPr lang="en-US"/>
        </a:p>
      </dgm:t>
    </dgm:pt>
    <dgm:pt modelId="{38A6FEB5-0B74-435C-879E-B9D918AEA6DC}" type="sibTrans" cxnId="{DA2C04B9-FFD7-48FC-9878-88701EAE7CBA}">
      <dgm:prSet/>
      <dgm:spPr/>
      <dgm:t>
        <a:bodyPr/>
        <a:lstStyle/>
        <a:p>
          <a:endParaRPr lang="en-US"/>
        </a:p>
      </dgm:t>
    </dgm:pt>
    <dgm:pt modelId="{605211F8-DCFD-4323-B8B9-ED4127A34D19}" type="pres">
      <dgm:prSet presAssocID="{B48A1FFB-CCAC-43DE-9158-A7FCED3683B5}" presName="root" presStyleCnt="0">
        <dgm:presLayoutVars>
          <dgm:dir/>
          <dgm:resizeHandles val="exact"/>
        </dgm:presLayoutVars>
      </dgm:prSet>
      <dgm:spPr/>
    </dgm:pt>
    <dgm:pt modelId="{3C8F3918-090E-40E2-A2C2-27623AE613A7}" type="pres">
      <dgm:prSet presAssocID="{D16C9738-3FB5-4B4C-BA5F-7F72E674673A}" presName="compNode" presStyleCnt="0"/>
      <dgm:spPr/>
    </dgm:pt>
    <dgm:pt modelId="{F9627230-B0C6-4EC7-83F1-1ADB41D8E760}" type="pres">
      <dgm:prSet presAssocID="{D16C9738-3FB5-4B4C-BA5F-7F72E674673A}" presName="bgRect" presStyleLbl="bgShp" presStyleIdx="0" presStyleCnt="6"/>
      <dgm:spPr/>
    </dgm:pt>
    <dgm:pt modelId="{B4C8E453-04F4-4E1D-A209-D2D1B84FC50A}" type="pres">
      <dgm:prSet presAssocID="{D16C9738-3FB5-4B4C-BA5F-7F72E674673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688CD7D2-7F9C-4424-A240-DDC83C5DE50B}" type="pres">
      <dgm:prSet presAssocID="{D16C9738-3FB5-4B4C-BA5F-7F72E674673A}" presName="spaceRect" presStyleCnt="0"/>
      <dgm:spPr/>
    </dgm:pt>
    <dgm:pt modelId="{4D37A371-A20A-4E2C-A193-0B1F91BA44E7}" type="pres">
      <dgm:prSet presAssocID="{D16C9738-3FB5-4B4C-BA5F-7F72E674673A}" presName="parTx" presStyleLbl="revTx" presStyleIdx="0" presStyleCnt="6">
        <dgm:presLayoutVars>
          <dgm:chMax val="0"/>
          <dgm:chPref val="0"/>
        </dgm:presLayoutVars>
      </dgm:prSet>
      <dgm:spPr/>
    </dgm:pt>
    <dgm:pt modelId="{0F35EAF0-F3A9-4361-AF7F-5BB1DCE6222C}" type="pres">
      <dgm:prSet presAssocID="{9AA7E770-7D26-4A96-9DCD-617E43056F52}" presName="sibTrans" presStyleCnt="0"/>
      <dgm:spPr/>
    </dgm:pt>
    <dgm:pt modelId="{16A9848A-42C5-46BA-8037-A5F18A0669F7}" type="pres">
      <dgm:prSet presAssocID="{0E0C73F5-D299-42E6-BD46-0FBF1BAD0ACA}" presName="compNode" presStyleCnt="0"/>
      <dgm:spPr/>
    </dgm:pt>
    <dgm:pt modelId="{6CCEB6F7-E3DE-45E2-9435-4B5915B8B97E}" type="pres">
      <dgm:prSet presAssocID="{0E0C73F5-D299-42E6-BD46-0FBF1BAD0ACA}" presName="bgRect" presStyleLbl="bgShp" presStyleIdx="1" presStyleCnt="6"/>
      <dgm:spPr/>
    </dgm:pt>
    <dgm:pt modelId="{DB0A9462-9708-4BF3-89B3-445CBFDB8B98}" type="pres">
      <dgm:prSet presAssocID="{0E0C73F5-D299-42E6-BD46-0FBF1BAD0ACA}"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934D693A-E7F2-4035-8FC6-8716DF73EB77}" type="pres">
      <dgm:prSet presAssocID="{0E0C73F5-D299-42E6-BD46-0FBF1BAD0ACA}" presName="spaceRect" presStyleCnt="0"/>
      <dgm:spPr/>
    </dgm:pt>
    <dgm:pt modelId="{58A8060F-F515-4F61-AF39-52FF8E7388F1}" type="pres">
      <dgm:prSet presAssocID="{0E0C73F5-D299-42E6-BD46-0FBF1BAD0ACA}" presName="parTx" presStyleLbl="revTx" presStyleIdx="1" presStyleCnt="6">
        <dgm:presLayoutVars>
          <dgm:chMax val="0"/>
          <dgm:chPref val="0"/>
        </dgm:presLayoutVars>
      </dgm:prSet>
      <dgm:spPr/>
    </dgm:pt>
    <dgm:pt modelId="{111A2D65-4C87-4EDB-9107-B9E548573F8F}" type="pres">
      <dgm:prSet presAssocID="{86299671-C200-4511-9CDB-2A447E4FE423}" presName="sibTrans" presStyleCnt="0"/>
      <dgm:spPr/>
    </dgm:pt>
    <dgm:pt modelId="{35F1C2AE-5B49-4442-9E03-C8160BEBEF64}" type="pres">
      <dgm:prSet presAssocID="{F1824152-3BEA-4BE3-9CD2-BFA30C6C65D2}" presName="compNode" presStyleCnt="0"/>
      <dgm:spPr/>
    </dgm:pt>
    <dgm:pt modelId="{B7B3A240-9946-499B-A70C-306948E447B9}" type="pres">
      <dgm:prSet presAssocID="{F1824152-3BEA-4BE3-9CD2-BFA30C6C65D2}" presName="bgRect" presStyleLbl="bgShp" presStyleIdx="2" presStyleCnt="6"/>
      <dgm:spPr/>
    </dgm:pt>
    <dgm:pt modelId="{74CDF1AF-F519-42A4-B5F7-87CF40E1A3DA}" type="pres">
      <dgm:prSet presAssocID="{F1824152-3BEA-4BE3-9CD2-BFA30C6C65D2}"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4FCBFC0C-1BDE-48ED-84E8-11800E552E50}" type="pres">
      <dgm:prSet presAssocID="{F1824152-3BEA-4BE3-9CD2-BFA30C6C65D2}" presName="spaceRect" presStyleCnt="0"/>
      <dgm:spPr/>
    </dgm:pt>
    <dgm:pt modelId="{54D0A5A1-A372-4A63-8007-8A3B8BBE841F}" type="pres">
      <dgm:prSet presAssocID="{F1824152-3BEA-4BE3-9CD2-BFA30C6C65D2}" presName="parTx" presStyleLbl="revTx" presStyleIdx="2" presStyleCnt="6">
        <dgm:presLayoutVars>
          <dgm:chMax val="0"/>
          <dgm:chPref val="0"/>
        </dgm:presLayoutVars>
      </dgm:prSet>
      <dgm:spPr/>
    </dgm:pt>
    <dgm:pt modelId="{9EF45224-D48A-43C9-A680-742F37BC23DF}" type="pres">
      <dgm:prSet presAssocID="{481BADBA-291E-418E-A203-5AD4D2B54C07}" presName="sibTrans" presStyleCnt="0"/>
      <dgm:spPr/>
    </dgm:pt>
    <dgm:pt modelId="{4D51E637-3D4D-4A3B-A4F5-86D847C0778F}" type="pres">
      <dgm:prSet presAssocID="{A61AA829-B14C-46EF-ACE1-C99DA134DE91}" presName="compNode" presStyleCnt="0"/>
      <dgm:spPr/>
    </dgm:pt>
    <dgm:pt modelId="{3D7D3B06-244B-43E8-AEE0-C7A5612D2083}" type="pres">
      <dgm:prSet presAssocID="{A61AA829-B14C-46EF-ACE1-C99DA134DE91}" presName="bgRect" presStyleLbl="bgShp" presStyleIdx="3" presStyleCnt="6"/>
      <dgm:spPr/>
    </dgm:pt>
    <dgm:pt modelId="{2D1E8326-F1A2-43ED-9839-C9455A76E4A9}" type="pres">
      <dgm:prSet presAssocID="{A61AA829-B14C-46EF-ACE1-C99DA134DE91}"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affic Light"/>
        </a:ext>
      </dgm:extLst>
    </dgm:pt>
    <dgm:pt modelId="{32AD80F8-9F7F-4E3C-BCF0-961BD1F1F685}" type="pres">
      <dgm:prSet presAssocID="{A61AA829-B14C-46EF-ACE1-C99DA134DE91}" presName="spaceRect" presStyleCnt="0"/>
      <dgm:spPr/>
    </dgm:pt>
    <dgm:pt modelId="{CE7B3773-B84B-4EF3-ACDE-6F988A4E29FA}" type="pres">
      <dgm:prSet presAssocID="{A61AA829-B14C-46EF-ACE1-C99DA134DE91}" presName="parTx" presStyleLbl="revTx" presStyleIdx="3" presStyleCnt="6">
        <dgm:presLayoutVars>
          <dgm:chMax val="0"/>
          <dgm:chPref val="0"/>
        </dgm:presLayoutVars>
      </dgm:prSet>
      <dgm:spPr/>
    </dgm:pt>
    <dgm:pt modelId="{2D2FDA2E-2F34-4A1A-881A-91BEC90BBB01}" type="pres">
      <dgm:prSet presAssocID="{D32F4E8E-0179-416A-8801-0CC03C3D0984}" presName="sibTrans" presStyleCnt="0"/>
      <dgm:spPr/>
    </dgm:pt>
    <dgm:pt modelId="{DA62593D-7938-4CA3-A13A-F4FF5D9445E3}" type="pres">
      <dgm:prSet presAssocID="{FF32EFB0-1F48-430B-BF56-335CBCE0A0DE}" presName="compNode" presStyleCnt="0"/>
      <dgm:spPr/>
    </dgm:pt>
    <dgm:pt modelId="{0314D966-AA9D-4E2B-85C6-A5709F80D922}" type="pres">
      <dgm:prSet presAssocID="{FF32EFB0-1F48-430B-BF56-335CBCE0A0DE}" presName="bgRect" presStyleLbl="bgShp" presStyleIdx="4" presStyleCnt="6"/>
      <dgm:spPr/>
    </dgm:pt>
    <dgm:pt modelId="{3522E1FD-02E9-4D81-BBD8-0D50C527AB85}" type="pres">
      <dgm:prSet presAssocID="{FF32EFB0-1F48-430B-BF56-335CBCE0A0DE}"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ock"/>
        </a:ext>
      </dgm:extLst>
    </dgm:pt>
    <dgm:pt modelId="{CE0B9F57-C654-4AAE-A233-9587255F6E86}" type="pres">
      <dgm:prSet presAssocID="{FF32EFB0-1F48-430B-BF56-335CBCE0A0DE}" presName="spaceRect" presStyleCnt="0"/>
      <dgm:spPr/>
    </dgm:pt>
    <dgm:pt modelId="{E5D58C08-81C1-4DAE-AE5B-28659325365B}" type="pres">
      <dgm:prSet presAssocID="{FF32EFB0-1F48-430B-BF56-335CBCE0A0DE}" presName="parTx" presStyleLbl="revTx" presStyleIdx="4" presStyleCnt="6">
        <dgm:presLayoutVars>
          <dgm:chMax val="0"/>
          <dgm:chPref val="0"/>
        </dgm:presLayoutVars>
      </dgm:prSet>
      <dgm:spPr/>
    </dgm:pt>
    <dgm:pt modelId="{A016FBE2-49A7-40AD-B363-B42B580FDE11}" type="pres">
      <dgm:prSet presAssocID="{82A4D6CC-C4C0-4228-98B8-DC52FDA06ECA}" presName="sibTrans" presStyleCnt="0"/>
      <dgm:spPr/>
    </dgm:pt>
    <dgm:pt modelId="{957A5909-9E8A-45CF-99E4-868EA5454D28}" type="pres">
      <dgm:prSet presAssocID="{67607C4E-98AF-479A-A647-D8CA32B4871F}" presName="compNode" presStyleCnt="0"/>
      <dgm:spPr/>
    </dgm:pt>
    <dgm:pt modelId="{ED8219BF-191C-4568-AD59-883C24B6FF6B}" type="pres">
      <dgm:prSet presAssocID="{67607C4E-98AF-479A-A647-D8CA32B4871F}" presName="bgRect" presStyleLbl="bgShp" presStyleIdx="5" presStyleCnt="6"/>
      <dgm:spPr/>
    </dgm:pt>
    <dgm:pt modelId="{8C73EAC3-4231-43E9-80CC-440E51A9689A}" type="pres">
      <dgm:prSet presAssocID="{67607C4E-98AF-479A-A647-D8CA32B4871F}"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Teacher"/>
        </a:ext>
      </dgm:extLst>
    </dgm:pt>
    <dgm:pt modelId="{091DAF0A-6043-4C8F-A971-38EF1E29F742}" type="pres">
      <dgm:prSet presAssocID="{67607C4E-98AF-479A-A647-D8CA32B4871F}" presName="spaceRect" presStyleCnt="0"/>
      <dgm:spPr/>
    </dgm:pt>
    <dgm:pt modelId="{71E25B2D-8286-48B7-82A1-600AB7538F81}" type="pres">
      <dgm:prSet presAssocID="{67607C4E-98AF-479A-A647-D8CA32B4871F}" presName="parTx" presStyleLbl="revTx" presStyleIdx="5" presStyleCnt="6">
        <dgm:presLayoutVars>
          <dgm:chMax val="0"/>
          <dgm:chPref val="0"/>
        </dgm:presLayoutVars>
      </dgm:prSet>
      <dgm:spPr/>
    </dgm:pt>
  </dgm:ptLst>
  <dgm:cxnLst>
    <dgm:cxn modelId="{6FAA9708-F754-4757-81ED-8A0D80D5D86D}" type="presOf" srcId="{D16C9738-3FB5-4B4C-BA5F-7F72E674673A}" destId="{4D37A371-A20A-4E2C-A193-0B1F91BA44E7}" srcOrd="0" destOrd="0" presId="urn:microsoft.com/office/officeart/2018/2/layout/IconVerticalSolidList"/>
    <dgm:cxn modelId="{B2E93D6D-E8A3-4A07-B583-C525E8947009}" type="presOf" srcId="{FF32EFB0-1F48-430B-BF56-335CBCE0A0DE}" destId="{E5D58C08-81C1-4DAE-AE5B-28659325365B}" srcOrd="0" destOrd="0" presId="urn:microsoft.com/office/officeart/2018/2/layout/IconVerticalSolidList"/>
    <dgm:cxn modelId="{79E3474E-3648-4386-A118-94861A303EA7}" srcId="{B48A1FFB-CCAC-43DE-9158-A7FCED3683B5}" destId="{A61AA829-B14C-46EF-ACE1-C99DA134DE91}" srcOrd="3" destOrd="0" parTransId="{7B2F394C-277C-42D6-8F80-E8EA72D8076B}" sibTransId="{D32F4E8E-0179-416A-8801-0CC03C3D0984}"/>
    <dgm:cxn modelId="{3F98DB71-039B-409E-BC76-B3E37CE275D8}" type="presOf" srcId="{B48A1FFB-CCAC-43DE-9158-A7FCED3683B5}" destId="{605211F8-DCFD-4323-B8B9-ED4127A34D19}" srcOrd="0" destOrd="0" presId="urn:microsoft.com/office/officeart/2018/2/layout/IconVerticalSolidList"/>
    <dgm:cxn modelId="{37DC6658-0955-4E05-88B2-AC8A13EAC683}" type="presOf" srcId="{F1824152-3BEA-4BE3-9CD2-BFA30C6C65D2}" destId="{54D0A5A1-A372-4A63-8007-8A3B8BBE841F}" srcOrd="0" destOrd="0" presId="urn:microsoft.com/office/officeart/2018/2/layout/IconVerticalSolidList"/>
    <dgm:cxn modelId="{D26CCD79-52D1-4D2F-943A-E89DE7AB85A9}" type="presOf" srcId="{67607C4E-98AF-479A-A647-D8CA32B4871F}" destId="{71E25B2D-8286-48B7-82A1-600AB7538F81}" srcOrd="0" destOrd="0" presId="urn:microsoft.com/office/officeart/2018/2/layout/IconVerticalSolidList"/>
    <dgm:cxn modelId="{D03E848C-1765-44D9-B67C-D1C7A13E9473}" srcId="{B48A1FFB-CCAC-43DE-9158-A7FCED3683B5}" destId="{FF32EFB0-1F48-430B-BF56-335CBCE0A0DE}" srcOrd="4" destOrd="0" parTransId="{1AE9C3CA-3931-4A79-B5DF-BAFCB3525CA9}" sibTransId="{82A4D6CC-C4C0-4228-98B8-DC52FDA06ECA}"/>
    <dgm:cxn modelId="{7B8E4E90-BDBA-441F-9DCC-0F7283B88560}" type="presOf" srcId="{0E0C73F5-D299-42E6-BD46-0FBF1BAD0ACA}" destId="{58A8060F-F515-4F61-AF39-52FF8E7388F1}" srcOrd="0" destOrd="0" presId="urn:microsoft.com/office/officeart/2018/2/layout/IconVerticalSolidList"/>
    <dgm:cxn modelId="{66F5A0B3-83C4-4AB9-B28E-0EDE2A59156A}" srcId="{B48A1FFB-CCAC-43DE-9158-A7FCED3683B5}" destId="{F1824152-3BEA-4BE3-9CD2-BFA30C6C65D2}" srcOrd="2" destOrd="0" parTransId="{8E7AACB6-8CD4-4106-937D-39A39F273FED}" sibTransId="{481BADBA-291E-418E-A203-5AD4D2B54C07}"/>
    <dgm:cxn modelId="{DA2C04B9-FFD7-48FC-9878-88701EAE7CBA}" srcId="{B48A1FFB-CCAC-43DE-9158-A7FCED3683B5}" destId="{67607C4E-98AF-479A-A647-D8CA32B4871F}" srcOrd="5" destOrd="0" parTransId="{DC74AD7E-E779-46BB-9494-32A7562CF85B}" sibTransId="{38A6FEB5-0B74-435C-879E-B9D918AEA6DC}"/>
    <dgm:cxn modelId="{39E318D1-FF0B-444D-9025-1DD4B2FF452E}" srcId="{B48A1FFB-CCAC-43DE-9158-A7FCED3683B5}" destId="{0E0C73F5-D299-42E6-BD46-0FBF1BAD0ACA}" srcOrd="1" destOrd="0" parTransId="{5ECBE642-A4BC-4B21-952C-69EBC85B264A}" sibTransId="{86299671-C200-4511-9CDB-2A447E4FE423}"/>
    <dgm:cxn modelId="{D01BA2D4-CCD5-4667-AEE7-B4C9CE880D83}" type="presOf" srcId="{A61AA829-B14C-46EF-ACE1-C99DA134DE91}" destId="{CE7B3773-B84B-4EF3-ACDE-6F988A4E29FA}" srcOrd="0" destOrd="0" presId="urn:microsoft.com/office/officeart/2018/2/layout/IconVerticalSolidList"/>
    <dgm:cxn modelId="{87EB1AFA-6265-4DF6-AFB3-B70AF45DA2C4}" srcId="{B48A1FFB-CCAC-43DE-9158-A7FCED3683B5}" destId="{D16C9738-3FB5-4B4C-BA5F-7F72E674673A}" srcOrd="0" destOrd="0" parTransId="{9310E88F-A572-499E-855F-9D34C58AAC39}" sibTransId="{9AA7E770-7D26-4A96-9DCD-617E43056F52}"/>
    <dgm:cxn modelId="{D93E8306-D9FB-49D1-8C4B-200910ACA3FC}" type="presParOf" srcId="{605211F8-DCFD-4323-B8B9-ED4127A34D19}" destId="{3C8F3918-090E-40E2-A2C2-27623AE613A7}" srcOrd="0" destOrd="0" presId="urn:microsoft.com/office/officeart/2018/2/layout/IconVerticalSolidList"/>
    <dgm:cxn modelId="{D2BA1485-CB28-498A-8DF0-4FF502F987B0}" type="presParOf" srcId="{3C8F3918-090E-40E2-A2C2-27623AE613A7}" destId="{F9627230-B0C6-4EC7-83F1-1ADB41D8E760}" srcOrd="0" destOrd="0" presId="urn:microsoft.com/office/officeart/2018/2/layout/IconVerticalSolidList"/>
    <dgm:cxn modelId="{7F5FD620-79E3-4076-8AEB-92077A395498}" type="presParOf" srcId="{3C8F3918-090E-40E2-A2C2-27623AE613A7}" destId="{B4C8E453-04F4-4E1D-A209-D2D1B84FC50A}" srcOrd="1" destOrd="0" presId="urn:microsoft.com/office/officeart/2018/2/layout/IconVerticalSolidList"/>
    <dgm:cxn modelId="{C5392F61-30F0-4B56-AB45-AFD15A46C02C}" type="presParOf" srcId="{3C8F3918-090E-40E2-A2C2-27623AE613A7}" destId="{688CD7D2-7F9C-4424-A240-DDC83C5DE50B}" srcOrd="2" destOrd="0" presId="urn:microsoft.com/office/officeart/2018/2/layout/IconVerticalSolidList"/>
    <dgm:cxn modelId="{6FCA0AE7-588B-409F-A59D-FAFF55A46726}" type="presParOf" srcId="{3C8F3918-090E-40E2-A2C2-27623AE613A7}" destId="{4D37A371-A20A-4E2C-A193-0B1F91BA44E7}" srcOrd="3" destOrd="0" presId="urn:microsoft.com/office/officeart/2018/2/layout/IconVerticalSolidList"/>
    <dgm:cxn modelId="{A8463265-C6CA-4439-B184-D1E9DFCBD6B3}" type="presParOf" srcId="{605211F8-DCFD-4323-B8B9-ED4127A34D19}" destId="{0F35EAF0-F3A9-4361-AF7F-5BB1DCE6222C}" srcOrd="1" destOrd="0" presId="urn:microsoft.com/office/officeart/2018/2/layout/IconVerticalSolidList"/>
    <dgm:cxn modelId="{EC771D2B-B692-4142-B541-B4DBBEC85822}" type="presParOf" srcId="{605211F8-DCFD-4323-B8B9-ED4127A34D19}" destId="{16A9848A-42C5-46BA-8037-A5F18A0669F7}" srcOrd="2" destOrd="0" presId="urn:microsoft.com/office/officeart/2018/2/layout/IconVerticalSolidList"/>
    <dgm:cxn modelId="{90CBD004-A994-4D13-8E34-9E0CACF17ED5}" type="presParOf" srcId="{16A9848A-42C5-46BA-8037-A5F18A0669F7}" destId="{6CCEB6F7-E3DE-45E2-9435-4B5915B8B97E}" srcOrd="0" destOrd="0" presId="urn:microsoft.com/office/officeart/2018/2/layout/IconVerticalSolidList"/>
    <dgm:cxn modelId="{11DF0BBE-102F-4ACE-9ACA-1358FE34A476}" type="presParOf" srcId="{16A9848A-42C5-46BA-8037-A5F18A0669F7}" destId="{DB0A9462-9708-4BF3-89B3-445CBFDB8B98}" srcOrd="1" destOrd="0" presId="urn:microsoft.com/office/officeart/2018/2/layout/IconVerticalSolidList"/>
    <dgm:cxn modelId="{F2AE7A7B-DDAC-4697-A069-E7550E122F1C}" type="presParOf" srcId="{16A9848A-42C5-46BA-8037-A5F18A0669F7}" destId="{934D693A-E7F2-4035-8FC6-8716DF73EB77}" srcOrd="2" destOrd="0" presId="urn:microsoft.com/office/officeart/2018/2/layout/IconVerticalSolidList"/>
    <dgm:cxn modelId="{6BE871EF-D191-4A20-868B-769EE3A8BB36}" type="presParOf" srcId="{16A9848A-42C5-46BA-8037-A5F18A0669F7}" destId="{58A8060F-F515-4F61-AF39-52FF8E7388F1}" srcOrd="3" destOrd="0" presId="urn:microsoft.com/office/officeart/2018/2/layout/IconVerticalSolidList"/>
    <dgm:cxn modelId="{FF6D2085-3FE9-424D-A903-6DA689904E2A}" type="presParOf" srcId="{605211F8-DCFD-4323-B8B9-ED4127A34D19}" destId="{111A2D65-4C87-4EDB-9107-B9E548573F8F}" srcOrd="3" destOrd="0" presId="urn:microsoft.com/office/officeart/2018/2/layout/IconVerticalSolidList"/>
    <dgm:cxn modelId="{38082385-72CE-41D6-A9F2-6A8DA9F211AC}" type="presParOf" srcId="{605211F8-DCFD-4323-B8B9-ED4127A34D19}" destId="{35F1C2AE-5B49-4442-9E03-C8160BEBEF64}" srcOrd="4" destOrd="0" presId="urn:microsoft.com/office/officeart/2018/2/layout/IconVerticalSolidList"/>
    <dgm:cxn modelId="{FF2F7169-349B-40F0-8E44-0A9B0682C9BA}" type="presParOf" srcId="{35F1C2AE-5B49-4442-9E03-C8160BEBEF64}" destId="{B7B3A240-9946-499B-A70C-306948E447B9}" srcOrd="0" destOrd="0" presId="urn:microsoft.com/office/officeart/2018/2/layout/IconVerticalSolidList"/>
    <dgm:cxn modelId="{7E2155E2-A2FF-4E96-B1DC-795AC07AB0D7}" type="presParOf" srcId="{35F1C2AE-5B49-4442-9E03-C8160BEBEF64}" destId="{74CDF1AF-F519-42A4-B5F7-87CF40E1A3DA}" srcOrd="1" destOrd="0" presId="urn:microsoft.com/office/officeart/2018/2/layout/IconVerticalSolidList"/>
    <dgm:cxn modelId="{E9D7E3EB-3E6A-4130-BE48-52F583706563}" type="presParOf" srcId="{35F1C2AE-5B49-4442-9E03-C8160BEBEF64}" destId="{4FCBFC0C-1BDE-48ED-84E8-11800E552E50}" srcOrd="2" destOrd="0" presId="urn:microsoft.com/office/officeart/2018/2/layout/IconVerticalSolidList"/>
    <dgm:cxn modelId="{C78FF09F-5CEA-47FE-9518-758CECB0A0AF}" type="presParOf" srcId="{35F1C2AE-5B49-4442-9E03-C8160BEBEF64}" destId="{54D0A5A1-A372-4A63-8007-8A3B8BBE841F}" srcOrd="3" destOrd="0" presId="urn:microsoft.com/office/officeart/2018/2/layout/IconVerticalSolidList"/>
    <dgm:cxn modelId="{5E82C8A5-D809-4EC3-A6AE-78472916B47A}" type="presParOf" srcId="{605211F8-DCFD-4323-B8B9-ED4127A34D19}" destId="{9EF45224-D48A-43C9-A680-742F37BC23DF}" srcOrd="5" destOrd="0" presId="urn:microsoft.com/office/officeart/2018/2/layout/IconVerticalSolidList"/>
    <dgm:cxn modelId="{7D6DC73C-A7D6-4BE0-889C-C942D7334AC5}" type="presParOf" srcId="{605211F8-DCFD-4323-B8B9-ED4127A34D19}" destId="{4D51E637-3D4D-4A3B-A4F5-86D847C0778F}" srcOrd="6" destOrd="0" presId="urn:microsoft.com/office/officeart/2018/2/layout/IconVerticalSolidList"/>
    <dgm:cxn modelId="{A9A0D919-32B4-4C78-9ECC-FF8A96E7813A}" type="presParOf" srcId="{4D51E637-3D4D-4A3B-A4F5-86D847C0778F}" destId="{3D7D3B06-244B-43E8-AEE0-C7A5612D2083}" srcOrd="0" destOrd="0" presId="urn:microsoft.com/office/officeart/2018/2/layout/IconVerticalSolidList"/>
    <dgm:cxn modelId="{0F118CD1-447C-4B96-8F03-39124DE017BB}" type="presParOf" srcId="{4D51E637-3D4D-4A3B-A4F5-86D847C0778F}" destId="{2D1E8326-F1A2-43ED-9839-C9455A76E4A9}" srcOrd="1" destOrd="0" presId="urn:microsoft.com/office/officeart/2018/2/layout/IconVerticalSolidList"/>
    <dgm:cxn modelId="{EBDCA10E-04BC-44B9-BBD0-909164649DA1}" type="presParOf" srcId="{4D51E637-3D4D-4A3B-A4F5-86D847C0778F}" destId="{32AD80F8-9F7F-4E3C-BCF0-961BD1F1F685}" srcOrd="2" destOrd="0" presId="urn:microsoft.com/office/officeart/2018/2/layout/IconVerticalSolidList"/>
    <dgm:cxn modelId="{1BEEB5F9-C10A-4BB6-B2F6-C9B154208CA1}" type="presParOf" srcId="{4D51E637-3D4D-4A3B-A4F5-86D847C0778F}" destId="{CE7B3773-B84B-4EF3-ACDE-6F988A4E29FA}" srcOrd="3" destOrd="0" presId="urn:microsoft.com/office/officeart/2018/2/layout/IconVerticalSolidList"/>
    <dgm:cxn modelId="{A290280D-F817-4ABC-9E8F-D658CF845839}" type="presParOf" srcId="{605211F8-DCFD-4323-B8B9-ED4127A34D19}" destId="{2D2FDA2E-2F34-4A1A-881A-91BEC90BBB01}" srcOrd="7" destOrd="0" presId="urn:microsoft.com/office/officeart/2018/2/layout/IconVerticalSolidList"/>
    <dgm:cxn modelId="{C0D45BA6-4C2B-4DB2-A524-2F9981DA227F}" type="presParOf" srcId="{605211F8-DCFD-4323-B8B9-ED4127A34D19}" destId="{DA62593D-7938-4CA3-A13A-F4FF5D9445E3}" srcOrd="8" destOrd="0" presId="urn:microsoft.com/office/officeart/2018/2/layout/IconVerticalSolidList"/>
    <dgm:cxn modelId="{514FBF87-6CB0-4311-A14C-A339BA55DFEB}" type="presParOf" srcId="{DA62593D-7938-4CA3-A13A-F4FF5D9445E3}" destId="{0314D966-AA9D-4E2B-85C6-A5709F80D922}" srcOrd="0" destOrd="0" presId="urn:microsoft.com/office/officeart/2018/2/layout/IconVerticalSolidList"/>
    <dgm:cxn modelId="{2A5DA03F-D7A6-43F5-AE06-7E2D949E3B45}" type="presParOf" srcId="{DA62593D-7938-4CA3-A13A-F4FF5D9445E3}" destId="{3522E1FD-02E9-4D81-BBD8-0D50C527AB85}" srcOrd="1" destOrd="0" presId="urn:microsoft.com/office/officeart/2018/2/layout/IconVerticalSolidList"/>
    <dgm:cxn modelId="{D903C932-92D9-406F-BA7E-FC5404B4389A}" type="presParOf" srcId="{DA62593D-7938-4CA3-A13A-F4FF5D9445E3}" destId="{CE0B9F57-C654-4AAE-A233-9587255F6E86}" srcOrd="2" destOrd="0" presId="urn:microsoft.com/office/officeart/2018/2/layout/IconVerticalSolidList"/>
    <dgm:cxn modelId="{E520054A-A7F2-4688-9C44-7983A0609842}" type="presParOf" srcId="{DA62593D-7938-4CA3-A13A-F4FF5D9445E3}" destId="{E5D58C08-81C1-4DAE-AE5B-28659325365B}" srcOrd="3" destOrd="0" presId="urn:microsoft.com/office/officeart/2018/2/layout/IconVerticalSolidList"/>
    <dgm:cxn modelId="{D393486A-D9FE-4612-945F-2C6DBB864334}" type="presParOf" srcId="{605211F8-DCFD-4323-B8B9-ED4127A34D19}" destId="{A016FBE2-49A7-40AD-B363-B42B580FDE11}" srcOrd="9" destOrd="0" presId="urn:microsoft.com/office/officeart/2018/2/layout/IconVerticalSolidList"/>
    <dgm:cxn modelId="{EC131913-8692-451C-9E18-9A145295655C}" type="presParOf" srcId="{605211F8-DCFD-4323-B8B9-ED4127A34D19}" destId="{957A5909-9E8A-45CF-99E4-868EA5454D28}" srcOrd="10" destOrd="0" presId="urn:microsoft.com/office/officeart/2018/2/layout/IconVerticalSolidList"/>
    <dgm:cxn modelId="{FE1B4EE4-A182-4453-BAD5-E657F382D382}" type="presParOf" srcId="{957A5909-9E8A-45CF-99E4-868EA5454D28}" destId="{ED8219BF-191C-4568-AD59-883C24B6FF6B}" srcOrd="0" destOrd="0" presId="urn:microsoft.com/office/officeart/2018/2/layout/IconVerticalSolidList"/>
    <dgm:cxn modelId="{12988C08-6D4F-4CD5-A35F-E30BD61D6B9A}" type="presParOf" srcId="{957A5909-9E8A-45CF-99E4-868EA5454D28}" destId="{8C73EAC3-4231-43E9-80CC-440E51A9689A}" srcOrd="1" destOrd="0" presId="urn:microsoft.com/office/officeart/2018/2/layout/IconVerticalSolidList"/>
    <dgm:cxn modelId="{192FC8C4-609B-4CAD-8F17-79B2ABCB08C7}" type="presParOf" srcId="{957A5909-9E8A-45CF-99E4-868EA5454D28}" destId="{091DAF0A-6043-4C8F-A971-38EF1E29F742}" srcOrd="2" destOrd="0" presId="urn:microsoft.com/office/officeart/2018/2/layout/IconVerticalSolidList"/>
    <dgm:cxn modelId="{A49F7694-0479-46A3-A1D1-EA8D8F65E476}" type="presParOf" srcId="{957A5909-9E8A-45CF-99E4-868EA5454D28}" destId="{71E25B2D-8286-48B7-82A1-600AB7538F8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0CC5E8F-8574-4034-854F-9BF18C96C78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89E7E3D-F667-47FE-91C1-EA31291AC983}">
      <dgm:prSet/>
      <dgm:spPr/>
      <dgm:t>
        <a:bodyPr/>
        <a:lstStyle/>
        <a:p>
          <a:r>
            <a:rPr lang="en-US" b="0" i="0" baseline="0"/>
            <a:t>The proposed WorkFusion system achieves structured recruitment workflow management</a:t>
          </a:r>
          <a:endParaRPr lang="en-US"/>
        </a:p>
      </dgm:t>
    </dgm:pt>
    <dgm:pt modelId="{88EF01DA-3406-423D-B6FC-DF7BD04C70A5}" type="parTrans" cxnId="{9F28A0DD-F0D1-4756-818A-8286AD190865}">
      <dgm:prSet/>
      <dgm:spPr/>
      <dgm:t>
        <a:bodyPr/>
        <a:lstStyle/>
        <a:p>
          <a:endParaRPr lang="en-US"/>
        </a:p>
      </dgm:t>
    </dgm:pt>
    <dgm:pt modelId="{0F1F87A5-E48C-4304-9EDE-7BB9E51A197D}" type="sibTrans" cxnId="{9F28A0DD-F0D1-4756-818A-8286AD190865}">
      <dgm:prSet/>
      <dgm:spPr/>
      <dgm:t>
        <a:bodyPr/>
        <a:lstStyle/>
        <a:p>
          <a:endParaRPr lang="en-US"/>
        </a:p>
      </dgm:t>
    </dgm:pt>
    <dgm:pt modelId="{93B26D32-650D-42ED-A121-856C59B45262}">
      <dgm:prSet/>
      <dgm:spPr/>
      <dgm:t>
        <a:bodyPr/>
        <a:lstStyle/>
        <a:p>
          <a:r>
            <a:rPr lang="en-US" b="0" i="0" baseline="0"/>
            <a:t>The system enforces controlled application lifecycle transitions</a:t>
          </a:r>
          <a:endParaRPr lang="en-US"/>
        </a:p>
      </dgm:t>
    </dgm:pt>
    <dgm:pt modelId="{3392AF42-3FE5-4399-913A-CC38C48C7FC0}" type="parTrans" cxnId="{D9CDE0B3-A8BB-4D40-BA0C-61CC938DE73C}">
      <dgm:prSet/>
      <dgm:spPr/>
      <dgm:t>
        <a:bodyPr/>
        <a:lstStyle/>
        <a:p>
          <a:endParaRPr lang="en-US"/>
        </a:p>
      </dgm:t>
    </dgm:pt>
    <dgm:pt modelId="{D3242EA5-7794-4C5B-90AB-24113EEEE510}" type="sibTrans" cxnId="{D9CDE0B3-A8BB-4D40-BA0C-61CC938DE73C}">
      <dgm:prSet/>
      <dgm:spPr/>
      <dgm:t>
        <a:bodyPr/>
        <a:lstStyle/>
        <a:p>
          <a:endParaRPr lang="en-US"/>
        </a:p>
      </dgm:t>
    </dgm:pt>
    <dgm:pt modelId="{6797800B-50AF-400E-9418-B225B829E5C6}">
      <dgm:prSet/>
      <dgm:spPr/>
      <dgm:t>
        <a:bodyPr/>
        <a:lstStyle/>
        <a:p>
          <a:r>
            <a:rPr lang="en-US" b="0" i="0" baseline="0"/>
            <a:t>Role-based access control ensures functional separation of users</a:t>
          </a:r>
          <a:endParaRPr lang="en-US"/>
        </a:p>
      </dgm:t>
    </dgm:pt>
    <dgm:pt modelId="{C16246C2-410A-4025-8C03-8187097858E3}" type="parTrans" cxnId="{EF65F311-7E46-4CF9-9E1C-4A24E9F617DC}">
      <dgm:prSet/>
      <dgm:spPr/>
      <dgm:t>
        <a:bodyPr/>
        <a:lstStyle/>
        <a:p>
          <a:endParaRPr lang="en-US"/>
        </a:p>
      </dgm:t>
    </dgm:pt>
    <dgm:pt modelId="{DE0F2B05-8AFA-44FC-A0B5-4ADF277280B3}" type="sibTrans" cxnId="{EF65F311-7E46-4CF9-9E1C-4A24E9F617DC}">
      <dgm:prSet/>
      <dgm:spPr/>
      <dgm:t>
        <a:bodyPr/>
        <a:lstStyle/>
        <a:p>
          <a:endParaRPr lang="en-US"/>
        </a:p>
      </dgm:t>
    </dgm:pt>
    <dgm:pt modelId="{013A1009-4027-4892-AD5E-15832B786164}">
      <dgm:prSet/>
      <dgm:spPr/>
      <dgm:t>
        <a:bodyPr/>
        <a:lstStyle/>
        <a:p>
          <a:r>
            <a:rPr lang="en-US" b="0" i="0" baseline="0"/>
            <a:t>Modular architecture supports maintainability and scalability</a:t>
          </a:r>
          <a:endParaRPr lang="en-US"/>
        </a:p>
      </dgm:t>
    </dgm:pt>
    <dgm:pt modelId="{4FC01F64-D331-4568-B7DC-4EF40941B002}" type="parTrans" cxnId="{9744D383-8220-47A1-B5F0-0DD5BE5AD0AA}">
      <dgm:prSet/>
      <dgm:spPr/>
      <dgm:t>
        <a:bodyPr/>
        <a:lstStyle/>
        <a:p>
          <a:endParaRPr lang="en-US"/>
        </a:p>
      </dgm:t>
    </dgm:pt>
    <dgm:pt modelId="{22451818-A3B1-455D-B0A3-B214F3112BB8}" type="sibTrans" cxnId="{9744D383-8220-47A1-B5F0-0DD5BE5AD0AA}">
      <dgm:prSet/>
      <dgm:spPr/>
      <dgm:t>
        <a:bodyPr/>
        <a:lstStyle/>
        <a:p>
          <a:endParaRPr lang="en-US"/>
        </a:p>
      </dgm:t>
    </dgm:pt>
    <dgm:pt modelId="{B9E21248-E755-4B0A-8CF0-CA2E9FCA054F}">
      <dgm:prSet/>
      <dgm:spPr/>
      <dgm:t>
        <a:bodyPr/>
        <a:lstStyle/>
        <a:p>
          <a:r>
            <a:rPr lang="en-US" b="0" i="0" baseline="0"/>
            <a:t>Implementation validates the feasibility of controlled hiring platforms</a:t>
          </a:r>
          <a:endParaRPr lang="en-US"/>
        </a:p>
      </dgm:t>
    </dgm:pt>
    <dgm:pt modelId="{10C9638D-743F-4FC7-9223-00BCC081F436}" type="parTrans" cxnId="{2AB6C90F-94EF-48A7-B959-3CA77756856F}">
      <dgm:prSet/>
      <dgm:spPr/>
      <dgm:t>
        <a:bodyPr/>
        <a:lstStyle/>
        <a:p>
          <a:endParaRPr lang="en-US"/>
        </a:p>
      </dgm:t>
    </dgm:pt>
    <dgm:pt modelId="{751737FF-BBEF-42A0-BD64-FED29D58DE24}" type="sibTrans" cxnId="{2AB6C90F-94EF-48A7-B959-3CA77756856F}">
      <dgm:prSet/>
      <dgm:spPr/>
      <dgm:t>
        <a:bodyPr/>
        <a:lstStyle/>
        <a:p>
          <a:endParaRPr lang="en-US"/>
        </a:p>
      </dgm:t>
    </dgm:pt>
    <dgm:pt modelId="{8D5D1734-2236-44E8-AE97-DE0D202B2AA2}" type="pres">
      <dgm:prSet presAssocID="{70CC5E8F-8574-4034-854F-9BF18C96C783}" presName="linear" presStyleCnt="0">
        <dgm:presLayoutVars>
          <dgm:animLvl val="lvl"/>
          <dgm:resizeHandles val="exact"/>
        </dgm:presLayoutVars>
      </dgm:prSet>
      <dgm:spPr/>
    </dgm:pt>
    <dgm:pt modelId="{45BA08EF-14CA-4666-A927-13F22088F88D}" type="pres">
      <dgm:prSet presAssocID="{A89E7E3D-F667-47FE-91C1-EA31291AC983}" presName="parentText" presStyleLbl="node1" presStyleIdx="0" presStyleCnt="5">
        <dgm:presLayoutVars>
          <dgm:chMax val="0"/>
          <dgm:bulletEnabled val="1"/>
        </dgm:presLayoutVars>
      </dgm:prSet>
      <dgm:spPr/>
    </dgm:pt>
    <dgm:pt modelId="{162CB377-9884-49A1-A623-E6FFEB3523AB}" type="pres">
      <dgm:prSet presAssocID="{0F1F87A5-E48C-4304-9EDE-7BB9E51A197D}" presName="spacer" presStyleCnt="0"/>
      <dgm:spPr/>
    </dgm:pt>
    <dgm:pt modelId="{2D398A38-B7A3-461D-BF41-9C23C42410D9}" type="pres">
      <dgm:prSet presAssocID="{93B26D32-650D-42ED-A121-856C59B45262}" presName="parentText" presStyleLbl="node1" presStyleIdx="1" presStyleCnt="5">
        <dgm:presLayoutVars>
          <dgm:chMax val="0"/>
          <dgm:bulletEnabled val="1"/>
        </dgm:presLayoutVars>
      </dgm:prSet>
      <dgm:spPr/>
    </dgm:pt>
    <dgm:pt modelId="{55EEA80B-B310-448D-836E-9204C36093A3}" type="pres">
      <dgm:prSet presAssocID="{D3242EA5-7794-4C5B-90AB-24113EEEE510}" presName="spacer" presStyleCnt="0"/>
      <dgm:spPr/>
    </dgm:pt>
    <dgm:pt modelId="{074D2A23-0792-4C8D-9A8D-3333488CCF71}" type="pres">
      <dgm:prSet presAssocID="{6797800B-50AF-400E-9418-B225B829E5C6}" presName="parentText" presStyleLbl="node1" presStyleIdx="2" presStyleCnt="5">
        <dgm:presLayoutVars>
          <dgm:chMax val="0"/>
          <dgm:bulletEnabled val="1"/>
        </dgm:presLayoutVars>
      </dgm:prSet>
      <dgm:spPr/>
    </dgm:pt>
    <dgm:pt modelId="{FEAACA5C-2A0E-49A3-8713-78E24F9F9A09}" type="pres">
      <dgm:prSet presAssocID="{DE0F2B05-8AFA-44FC-A0B5-4ADF277280B3}" presName="spacer" presStyleCnt="0"/>
      <dgm:spPr/>
    </dgm:pt>
    <dgm:pt modelId="{71BCB66E-0AB6-4284-8EE1-474C5DD11932}" type="pres">
      <dgm:prSet presAssocID="{013A1009-4027-4892-AD5E-15832B786164}" presName="parentText" presStyleLbl="node1" presStyleIdx="3" presStyleCnt="5">
        <dgm:presLayoutVars>
          <dgm:chMax val="0"/>
          <dgm:bulletEnabled val="1"/>
        </dgm:presLayoutVars>
      </dgm:prSet>
      <dgm:spPr/>
    </dgm:pt>
    <dgm:pt modelId="{5CA60F51-78CD-41C6-91D0-3EDD8932A144}" type="pres">
      <dgm:prSet presAssocID="{22451818-A3B1-455D-B0A3-B214F3112BB8}" presName="spacer" presStyleCnt="0"/>
      <dgm:spPr/>
    </dgm:pt>
    <dgm:pt modelId="{C8CDA418-D58C-45F6-8A97-BAB4D03B7A1F}" type="pres">
      <dgm:prSet presAssocID="{B9E21248-E755-4B0A-8CF0-CA2E9FCA054F}" presName="parentText" presStyleLbl="node1" presStyleIdx="4" presStyleCnt="5">
        <dgm:presLayoutVars>
          <dgm:chMax val="0"/>
          <dgm:bulletEnabled val="1"/>
        </dgm:presLayoutVars>
      </dgm:prSet>
      <dgm:spPr/>
    </dgm:pt>
  </dgm:ptLst>
  <dgm:cxnLst>
    <dgm:cxn modelId="{2AB6C90F-94EF-48A7-B959-3CA77756856F}" srcId="{70CC5E8F-8574-4034-854F-9BF18C96C783}" destId="{B9E21248-E755-4B0A-8CF0-CA2E9FCA054F}" srcOrd="4" destOrd="0" parTransId="{10C9638D-743F-4FC7-9223-00BCC081F436}" sibTransId="{751737FF-BBEF-42A0-BD64-FED29D58DE24}"/>
    <dgm:cxn modelId="{EF65F311-7E46-4CF9-9E1C-4A24E9F617DC}" srcId="{70CC5E8F-8574-4034-854F-9BF18C96C783}" destId="{6797800B-50AF-400E-9418-B225B829E5C6}" srcOrd="2" destOrd="0" parTransId="{C16246C2-410A-4025-8C03-8187097858E3}" sibTransId="{DE0F2B05-8AFA-44FC-A0B5-4ADF277280B3}"/>
    <dgm:cxn modelId="{37CB691D-1EBE-4963-BAA5-3E5AEA4A4A07}" type="presOf" srcId="{93B26D32-650D-42ED-A121-856C59B45262}" destId="{2D398A38-B7A3-461D-BF41-9C23C42410D9}" srcOrd="0" destOrd="0" presId="urn:microsoft.com/office/officeart/2005/8/layout/vList2"/>
    <dgm:cxn modelId="{D7213121-C30A-4F45-BBE2-AD64DC074CE6}" type="presOf" srcId="{A89E7E3D-F667-47FE-91C1-EA31291AC983}" destId="{45BA08EF-14CA-4666-A927-13F22088F88D}" srcOrd="0" destOrd="0" presId="urn:microsoft.com/office/officeart/2005/8/layout/vList2"/>
    <dgm:cxn modelId="{426A0D5B-3EF2-4C47-B8DB-BBBED199E462}" type="presOf" srcId="{013A1009-4027-4892-AD5E-15832B786164}" destId="{71BCB66E-0AB6-4284-8EE1-474C5DD11932}" srcOrd="0" destOrd="0" presId="urn:microsoft.com/office/officeart/2005/8/layout/vList2"/>
    <dgm:cxn modelId="{9744D383-8220-47A1-B5F0-0DD5BE5AD0AA}" srcId="{70CC5E8F-8574-4034-854F-9BF18C96C783}" destId="{013A1009-4027-4892-AD5E-15832B786164}" srcOrd="3" destOrd="0" parTransId="{4FC01F64-D331-4568-B7DC-4EF40941B002}" sibTransId="{22451818-A3B1-455D-B0A3-B214F3112BB8}"/>
    <dgm:cxn modelId="{85B0D492-4578-4CD7-B42E-B7201B9C8E46}" type="presOf" srcId="{6797800B-50AF-400E-9418-B225B829E5C6}" destId="{074D2A23-0792-4C8D-9A8D-3333488CCF71}" srcOrd="0" destOrd="0" presId="urn:microsoft.com/office/officeart/2005/8/layout/vList2"/>
    <dgm:cxn modelId="{D9CDE0B3-A8BB-4D40-BA0C-61CC938DE73C}" srcId="{70CC5E8F-8574-4034-854F-9BF18C96C783}" destId="{93B26D32-650D-42ED-A121-856C59B45262}" srcOrd="1" destOrd="0" parTransId="{3392AF42-3FE5-4399-913A-CC38C48C7FC0}" sibTransId="{D3242EA5-7794-4C5B-90AB-24113EEEE510}"/>
    <dgm:cxn modelId="{9F2A80D2-2784-461B-A46F-108BED24A286}" type="presOf" srcId="{B9E21248-E755-4B0A-8CF0-CA2E9FCA054F}" destId="{C8CDA418-D58C-45F6-8A97-BAB4D03B7A1F}" srcOrd="0" destOrd="0" presId="urn:microsoft.com/office/officeart/2005/8/layout/vList2"/>
    <dgm:cxn modelId="{9F28A0DD-F0D1-4756-818A-8286AD190865}" srcId="{70CC5E8F-8574-4034-854F-9BF18C96C783}" destId="{A89E7E3D-F667-47FE-91C1-EA31291AC983}" srcOrd="0" destOrd="0" parTransId="{88EF01DA-3406-423D-B6FC-DF7BD04C70A5}" sibTransId="{0F1F87A5-E48C-4304-9EDE-7BB9E51A197D}"/>
    <dgm:cxn modelId="{DF0571EA-A970-4713-BDFE-E6379C738DF3}" type="presOf" srcId="{70CC5E8F-8574-4034-854F-9BF18C96C783}" destId="{8D5D1734-2236-44E8-AE97-DE0D202B2AA2}" srcOrd="0" destOrd="0" presId="urn:microsoft.com/office/officeart/2005/8/layout/vList2"/>
    <dgm:cxn modelId="{82AAB2A2-A761-4C4F-B508-2CC5693AE4E2}" type="presParOf" srcId="{8D5D1734-2236-44E8-AE97-DE0D202B2AA2}" destId="{45BA08EF-14CA-4666-A927-13F22088F88D}" srcOrd="0" destOrd="0" presId="urn:microsoft.com/office/officeart/2005/8/layout/vList2"/>
    <dgm:cxn modelId="{7430E0DA-3E1C-450E-A22D-E1E4734CDB28}" type="presParOf" srcId="{8D5D1734-2236-44E8-AE97-DE0D202B2AA2}" destId="{162CB377-9884-49A1-A623-E6FFEB3523AB}" srcOrd="1" destOrd="0" presId="urn:microsoft.com/office/officeart/2005/8/layout/vList2"/>
    <dgm:cxn modelId="{DDD4F81F-D327-4483-91A3-2A963BEA7E7D}" type="presParOf" srcId="{8D5D1734-2236-44E8-AE97-DE0D202B2AA2}" destId="{2D398A38-B7A3-461D-BF41-9C23C42410D9}" srcOrd="2" destOrd="0" presId="urn:microsoft.com/office/officeart/2005/8/layout/vList2"/>
    <dgm:cxn modelId="{AC354B94-0BF9-4FFF-A4E0-73AA98E1D589}" type="presParOf" srcId="{8D5D1734-2236-44E8-AE97-DE0D202B2AA2}" destId="{55EEA80B-B310-448D-836E-9204C36093A3}" srcOrd="3" destOrd="0" presId="urn:microsoft.com/office/officeart/2005/8/layout/vList2"/>
    <dgm:cxn modelId="{DD786600-5116-48D1-B281-410B8DDA2D2B}" type="presParOf" srcId="{8D5D1734-2236-44E8-AE97-DE0D202B2AA2}" destId="{074D2A23-0792-4C8D-9A8D-3333488CCF71}" srcOrd="4" destOrd="0" presId="urn:microsoft.com/office/officeart/2005/8/layout/vList2"/>
    <dgm:cxn modelId="{829EBE38-14EC-42C9-B2DC-31D1ADA94239}" type="presParOf" srcId="{8D5D1734-2236-44E8-AE97-DE0D202B2AA2}" destId="{FEAACA5C-2A0E-49A3-8713-78E24F9F9A09}" srcOrd="5" destOrd="0" presId="urn:microsoft.com/office/officeart/2005/8/layout/vList2"/>
    <dgm:cxn modelId="{C994776C-817B-4649-87E7-FDF3FE6AAB54}" type="presParOf" srcId="{8D5D1734-2236-44E8-AE97-DE0D202B2AA2}" destId="{71BCB66E-0AB6-4284-8EE1-474C5DD11932}" srcOrd="6" destOrd="0" presId="urn:microsoft.com/office/officeart/2005/8/layout/vList2"/>
    <dgm:cxn modelId="{E577E531-22FE-4117-B05E-EE97EC8C8788}" type="presParOf" srcId="{8D5D1734-2236-44E8-AE97-DE0D202B2AA2}" destId="{5CA60F51-78CD-41C6-91D0-3EDD8932A144}" srcOrd="7" destOrd="0" presId="urn:microsoft.com/office/officeart/2005/8/layout/vList2"/>
    <dgm:cxn modelId="{DD9FD364-8847-49D5-A0E7-C25838D6A7FE}" type="presParOf" srcId="{8D5D1734-2236-44E8-AE97-DE0D202B2AA2}" destId="{C8CDA418-D58C-45F6-8A97-BAB4D03B7A1F}"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03B48D-959E-4679-BBB3-FBCE326AF3D1}">
      <dsp:nvSpPr>
        <dsp:cNvPr id="0" name=""/>
        <dsp:cNvSpPr/>
      </dsp:nvSpPr>
      <dsp:spPr>
        <a:xfrm>
          <a:off x="1549681" y="130190"/>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2EF6AF-2B07-4285-84BF-CF6227ED6D3C}">
      <dsp:nvSpPr>
        <dsp:cNvPr id="0" name=""/>
        <dsp:cNvSpPr/>
      </dsp:nvSpPr>
      <dsp:spPr>
        <a:xfrm>
          <a:off x="361681" y="2600164"/>
          <a:ext cx="432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The WorkFusion platform is designed to support organizations that require a structured and controlled hiring workflow. This includes startups, small businesses, local enterprises such as restaurants or retail stores, and organizations managing full-time, part-time, or contract-based recruitment. The system enables centralized job posting, application tracking, and clearly defined hiring stages within a single platform.</a:t>
          </a:r>
        </a:p>
      </dsp:txBody>
      <dsp:txXfrm>
        <a:off x="361681" y="2600164"/>
        <a:ext cx="4320000" cy="1035000"/>
      </dsp:txXfrm>
    </dsp:sp>
    <dsp:sp modelId="{8EA4A150-4C86-43F4-86B3-ACC007A3B1F9}">
      <dsp:nvSpPr>
        <dsp:cNvPr id="0" name=""/>
        <dsp:cNvSpPr/>
      </dsp:nvSpPr>
      <dsp:spPr>
        <a:xfrm>
          <a:off x="6625681" y="130190"/>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F1767B3-009F-42FE-96B8-723A247EDA9C}">
      <dsp:nvSpPr>
        <dsp:cNvPr id="0" name=""/>
        <dsp:cNvSpPr/>
      </dsp:nvSpPr>
      <dsp:spPr>
        <a:xfrm>
          <a:off x="5437681" y="2600164"/>
          <a:ext cx="432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The platform focuses specifically on enforcing role-based access and structured application lifecycle management. It is intended for environments where organized recruitment processes are required, ensuring transparency, workflow control, and proper separation of responsibilities between employers, job seekers, and administrators.</a:t>
          </a:r>
        </a:p>
      </dsp:txBody>
      <dsp:txXfrm>
        <a:off x="5437681" y="2600164"/>
        <a:ext cx="4320000" cy="103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0D5CBE-5A79-4CD0-B8D7-4EEFFABB9B3C}">
      <dsp:nvSpPr>
        <dsp:cNvPr id="0" name=""/>
        <dsp:cNvSpPr/>
      </dsp:nvSpPr>
      <dsp:spPr>
        <a:xfrm>
          <a:off x="1744864" y="457266"/>
          <a:ext cx="354595" cy="91440"/>
        </a:xfrm>
        <a:custGeom>
          <a:avLst/>
          <a:gdLst/>
          <a:ahLst/>
          <a:cxnLst/>
          <a:rect l="0" t="0" r="0" b="0"/>
          <a:pathLst>
            <a:path>
              <a:moveTo>
                <a:pt x="0" y="45720"/>
              </a:moveTo>
              <a:lnTo>
                <a:pt x="354595" y="45720"/>
              </a:lnTo>
            </a:path>
          </a:pathLst>
        </a:custGeom>
        <a:noFill/>
        <a:ln w="12700"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12532" y="501060"/>
        <a:ext cx="19259" cy="3851"/>
      </dsp:txXfrm>
    </dsp:sp>
    <dsp:sp modelId="{43AC68EC-5B5D-46B5-885B-8DEC5713C8E0}">
      <dsp:nvSpPr>
        <dsp:cNvPr id="0" name=""/>
        <dsp:cNvSpPr/>
      </dsp:nvSpPr>
      <dsp:spPr>
        <a:xfrm>
          <a:off x="71901" y="557"/>
          <a:ext cx="1674762" cy="100485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b="1" kern="1200"/>
            <a:t>Frontend Development</a:t>
          </a:r>
          <a:endParaRPr lang="en-US" sz="1600" kern="1200"/>
        </a:p>
      </dsp:txBody>
      <dsp:txXfrm>
        <a:off x="71901" y="557"/>
        <a:ext cx="1674762" cy="1004857"/>
      </dsp:txXfrm>
    </dsp:sp>
    <dsp:sp modelId="{C5078882-66F5-4C3A-A0AC-3AD9E2410809}">
      <dsp:nvSpPr>
        <dsp:cNvPr id="0" name=""/>
        <dsp:cNvSpPr/>
      </dsp:nvSpPr>
      <dsp:spPr>
        <a:xfrm>
          <a:off x="3804823" y="457266"/>
          <a:ext cx="354595" cy="91440"/>
        </a:xfrm>
        <a:custGeom>
          <a:avLst/>
          <a:gdLst/>
          <a:ahLst/>
          <a:cxnLst/>
          <a:rect l="0" t="0" r="0" b="0"/>
          <a:pathLst>
            <a:path>
              <a:moveTo>
                <a:pt x="0" y="45720"/>
              </a:moveTo>
              <a:lnTo>
                <a:pt x="354595"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72490" y="501060"/>
        <a:ext cx="19259" cy="3851"/>
      </dsp:txXfrm>
    </dsp:sp>
    <dsp:sp modelId="{4F9AFDDA-2F56-454C-BEB5-27BE7A4320D9}">
      <dsp:nvSpPr>
        <dsp:cNvPr id="0" name=""/>
        <dsp:cNvSpPr/>
      </dsp:nvSpPr>
      <dsp:spPr>
        <a:xfrm>
          <a:off x="2131860" y="557"/>
          <a:ext cx="1674762" cy="100485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React.js</a:t>
          </a:r>
        </a:p>
      </dsp:txBody>
      <dsp:txXfrm>
        <a:off x="2131860" y="557"/>
        <a:ext cx="1674762" cy="1004857"/>
      </dsp:txXfrm>
    </dsp:sp>
    <dsp:sp modelId="{15F319A4-301A-4CBC-816F-5CB2ABEE90A8}">
      <dsp:nvSpPr>
        <dsp:cNvPr id="0" name=""/>
        <dsp:cNvSpPr/>
      </dsp:nvSpPr>
      <dsp:spPr>
        <a:xfrm>
          <a:off x="5864781" y="457266"/>
          <a:ext cx="354595" cy="91440"/>
        </a:xfrm>
        <a:custGeom>
          <a:avLst/>
          <a:gdLst/>
          <a:ahLst/>
          <a:cxnLst/>
          <a:rect l="0" t="0" r="0" b="0"/>
          <a:pathLst>
            <a:path>
              <a:moveTo>
                <a:pt x="0" y="45720"/>
              </a:moveTo>
              <a:lnTo>
                <a:pt x="354595" y="45720"/>
              </a:lnTo>
            </a:path>
          </a:pathLst>
        </a:custGeom>
        <a:noFill/>
        <a:ln w="12700"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32449" y="501060"/>
        <a:ext cx="19259" cy="3851"/>
      </dsp:txXfrm>
    </dsp:sp>
    <dsp:sp modelId="{ECC5E6A2-F24C-48C6-8403-FE0F57446C51}">
      <dsp:nvSpPr>
        <dsp:cNvPr id="0" name=""/>
        <dsp:cNvSpPr/>
      </dsp:nvSpPr>
      <dsp:spPr>
        <a:xfrm>
          <a:off x="4191818" y="557"/>
          <a:ext cx="1674762" cy="100485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HTML5</a:t>
          </a:r>
        </a:p>
      </dsp:txBody>
      <dsp:txXfrm>
        <a:off x="4191818" y="557"/>
        <a:ext cx="1674762" cy="1004857"/>
      </dsp:txXfrm>
    </dsp:sp>
    <dsp:sp modelId="{CA601F62-B2E6-4CFF-AF55-7FFC88DBF11A}">
      <dsp:nvSpPr>
        <dsp:cNvPr id="0" name=""/>
        <dsp:cNvSpPr/>
      </dsp:nvSpPr>
      <dsp:spPr>
        <a:xfrm>
          <a:off x="7924739" y="457266"/>
          <a:ext cx="354595" cy="91440"/>
        </a:xfrm>
        <a:custGeom>
          <a:avLst/>
          <a:gdLst/>
          <a:ahLst/>
          <a:cxnLst/>
          <a:rect l="0" t="0" r="0" b="0"/>
          <a:pathLst>
            <a:path>
              <a:moveTo>
                <a:pt x="0" y="45720"/>
              </a:moveTo>
              <a:lnTo>
                <a:pt x="354595" y="45720"/>
              </a:lnTo>
            </a:path>
          </a:pathLst>
        </a:custGeom>
        <a:noFill/>
        <a:ln w="12700"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92407" y="501060"/>
        <a:ext cx="19259" cy="3851"/>
      </dsp:txXfrm>
    </dsp:sp>
    <dsp:sp modelId="{5419CCC9-3611-45F6-85D3-6228EF970207}">
      <dsp:nvSpPr>
        <dsp:cNvPr id="0" name=""/>
        <dsp:cNvSpPr/>
      </dsp:nvSpPr>
      <dsp:spPr>
        <a:xfrm>
          <a:off x="6251776" y="557"/>
          <a:ext cx="1674762" cy="100485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CSS3</a:t>
          </a:r>
        </a:p>
      </dsp:txBody>
      <dsp:txXfrm>
        <a:off x="6251776" y="557"/>
        <a:ext cx="1674762" cy="1004857"/>
      </dsp:txXfrm>
    </dsp:sp>
    <dsp:sp modelId="{D552275B-F07E-47F7-884B-020456E6369A}">
      <dsp:nvSpPr>
        <dsp:cNvPr id="0" name=""/>
        <dsp:cNvSpPr/>
      </dsp:nvSpPr>
      <dsp:spPr>
        <a:xfrm>
          <a:off x="909283" y="1003615"/>
          <a:ext cx="8239833" cy="354595"/>
        </a:xfrm>
        <a:custGeom>
          <a:avLst/>
          <a:gdLst/>
          <a:ahLst/>
          <a:cxnLst/>
          <a:rect l="0" t="0" r="0" b="0"/>
          <a:pathLst>
            <a:path>
              <a:moveTo>
                <a:pt x="8239833" y="0"/>
              </a:moveTo>
              <a:lnTo>
                <a:pt x="8239833" y="194397"/>
              </a:lnTo>
              <a:lnTo>
                <a:pt x="0" y="194397"/>
              </a:lnTo>
              <a:lnTo>
                <a:pt x="0" y="354595"/>
              </a:lnTo>
            </a:path>
          </a:pathLst>
        </a:custGeom>
        <a:noFill/>
        <a:ln w="12700"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22979" y="1178987"/>
        <a:ext cx="412441" cy="3851"/>
      </dsp:txXfrm>
    </dsp:sp>
    <dsp:sp modelId="{E1618733-98C3-4917-A0B2-D3864281481D}">
      <dsp:nvSpPr>
        <dsp:cNvPr id="0" name=""/>
        <dsp:cNvSpPr/>
      </dsp:nvSpPr>
      <dsp:spPr>
        <a:xfrm>
          <a:off x="8311735" y="557"/>
          <a:ext cx="1674762" cy="100485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JavaScript</a:t>
          </a:r>
        </a:p>
      </dsp:txBody>
      <dsp:txXfrm>
        <a:off x="8311735" y="557"/>
        <a:ext cx="1674762" cy="1004857"/>
      </dsp:txXfrm>
    </dsp:sp>
    <dsp:sp modelId="{44B3C5A7-795E-435F-AB1A-A7D1E8F5B96E}">
      <dsp:nvSpPr>
        <dsp:cNvPr id="0" name=""/>
        <dsp:cNvSpPr/>
      </dsp:nvSpPr>
      <dsp:spPr>
        <a:xfrm>
          <a:off x="1744864" y="1847320"/>
          <a:ext cx="354595" cy="91440"/>
        </a:xfrm>
        <a:custGeom>
          <a:avLst/>
          <a:gdLst/>
          <a:ahLst/>
          <a:cxnLst/>
          <a:rect l="0" t="0" r="0" b="0"/>
          <a:pathLst>
            <a:path>
              <a:moveTo>
                <a:pt x="0" y="45720"/>
              </a:moveTo>
              <a:lnTo>
                <a:pt x="354595" y="45720"/>
              </a:lnTo>
            </a:path>
          </a:pathLst>
        </a:custGeom>
        <a:noFill/>
        <a:ln w="12700"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12532" y="1891114"/>
        <a:ext cx="19259" cy="3851"/>
      </dsp:txXfrm>
    </dsp:sp>
    <dsp:sp modelId="{8898BA64-796E-41F4-B76B-8E1B910AF379}">
      <dsp:nvSpPr>
        <dsp:cNvPr id="0" name=""/>
        <dsp:cNvSpPr/>
      </dsp:nvSpPr>
      <dsp:spPr>
        <a:xfrm>
          <a:off x="71901" y="1390611"/>
          <a:ext cx="1674762" cy="100485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b="1" kern="1200"/>
            <a:t>Backend Development</a:t>
          </a:r>
          <a:endParaRPr lang="en-US" sz="1600" kern="1200"/>
        </a:p>
      </dsp:txBody>
      <dsp:txXfrm>
        <a:off x="71901" y="1390611"/>
        <a:ext cx="1674762" cy="1004857"/>
      </dsp:txXfrm>
    </dsp:sp>
    <dsp:sp modelId="{5A62F8C9-0BD3-4DA3-AB10-363273BCC31C}">
      <dsp:nvSpPr>
        <dsp:cNvPr id="0" name=""/>
        <dsp:cNvSpPr/>
      </dsp:nvSpPr>
      <dsp:spPr>
        <a:xfrm>
          <a:off x="3804823" y="1847320"/>
          <a:ext cx="354595" cy="91440"/>
        </a:xfrm>
        <a:custGeom>
          <a:avLst/>
          <a:gdLst/>
          <a:ahLst/>
          <a:cxnLst/>
          <a:rect l="0" t="0" r="0" b="0"/>
          <a:pathLst>
            <a:path>
              <a:moveTo>
                <a:pt x="0" y="45720"/>
              </a:moveTo>
              <a:lnTo>
                <a:pt x="354595"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72490" y="1891114"/>
        <a:ext cx="19259" cy="3851"/>
      </dsp:txXfrm>
    </dsp:sp>
    <dsp:sp modelId="{A33E41D0-75B6-436C-9042-812594CFB51C}">
      <dsp:nvSpPr>
        <dsp:cNvPr id="0" name=""/>
        <dsp:cNvSpPr/>
      </dsp:nvSpPr>
      <dsp:spPr>
        <a:xfrm>
          <a:off x="2131860" y="1390611"/>
          <a:ext cx="1674762" cy="100485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Node.js</a:t>
          </a:r>
        </a:p>
      </dsp:txBody>
      <dsp:txXfrm>
        <a:off x="2131860" y="1390611"/>
        <a:ext cx="1674762" cy="1004857"/>
      </dsp:txXfrm>
    </dsp:sp>
    <dsp:sp modelId="{E037F3C5-98D4-4F51-B2FD-50CBA2B384C8}">
      <dsp:nvSpPr>
        <dsp:cNvPr id="0" name=""/>
        <dsp:cNvSpPr/>
      </dsp:nvSpPr>
      <dsp:spPr>
        <a:xfrm>
          <a:off x="5864781" y="1847320"/>
          <a:ext cx="354595" cy="91440"/>
        </a:xfrm>
        <a:custGeom>
          <a:avLst/>
          <a:gdLst/>
          <a:ahLst/>
          <a:cxnLst/>
          <a:rect l="0" t="0" r="0" b="0"/>
          <a:pathLst>
            <a:path>
              <a:moveTo>
                <a:pt x="0" y="45720"/>
              </a:moveTo>
              <a:lnTo>
                <a:pt x="354595" y="45720"/>
              </a:lnTo>
            </a:path>
          </a:pathLst>
        </a:custGeom>
        <a:noFill/>
        <a:ln w="12700"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32449" y="1891114"/>
        <a:ext cx="19259" cy="3851"/>
      </dsp:txXfrm>
    </dsp:sp>
    <dsp:sp modelId="{11652459-5633-4EBC-BBF6-C65B5BA30058}">
      <dsp:nvSpPr>
        <dsp:cNvPr id="0" name=""/>
        <dsp:cNvSpPr/>
      </dsp:nvSpPr>
      <dsp:spPr>
        <a:xfrm>
          <a:off x="4191818" y="1390611"/>
          <a:ext cx="1674762" cy="100485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Express.js</a:t>
          </a:r>
        </a:p>
      </dsp:txBody>
      <dsp:txXfrm>
        <a:off x="4191818" y="1390611"/>
        <a:ext cx="1674762" cy="1004857"/>
      </dsp:txXfrm>
    </dsp:sp>
    <dsp:sp modelId="{24F6B819-4E12-4EFD-A31D-62CC6A7E8A40}">
      <dsp:nvSpPr>
        <dsp:cNvPr id="0" name=""/>
        <dsp:cNvSpPr/>
      </dsp:nvSpPr>
      <dsp:spPr>
        <a:xfrm>
          <a:off x="7924739" y="1847320"/>
          <a:ext cx="354595" cy="91440"/>
        </a:xfrm>
        <a:custGeom>
          <a:avLst/>
          <a:gdLst/>
          <a:ahLst/>
          <a:cxnLst/>
          <a:rect l="0" t="0" r="0" b="0"/>
          <a:pathLst>
            <a:path>
              <a:moveTo>
                <a:pt x="0" y="45720"/>
              </a:moveTo>
              <a:lnTo>
                <a:pt x="354595" y="45720"/>
              </a:lnTo>
            </a:path>
          </a:pathLst>
        </a:custGeom>
        <a:noFill/>
        <a:ln w="12700"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92407" y="1891114"/>
        <a:ext cx="19259" cy="3851"/>
      </dsp:txXfrm>
    </dsp:sp>
    <dsp:sp modelId="{DE2EDE00-9CE4-47BF-9569-140E397DDC49}">
      <dsp:nvSpPr>
        <dsp:cNvPr id="0" name=""/>
        <dsp:cNvSpPr/>
      </dsp:nvSpPr>
      <dsp:spPr>
        <a:xfrm>
          <a:off x="6251776" y="1390611"/>
          <a:ext cx="1674762" cy="100485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b="1" kern="1200"/>
            <a:t>Database</a:t>
          </a:r>
          <a:endParaRPr lang="en-US" sz="1600" kern="1200"/>
        </a:p>
      </dsp:txBody>
      <dsp:txXfrm>
        <a:off x="6251776" y="1390611"/>
        <a:ext cx="1674762" cy="1004857"/>
      </dsp:txXfrm>
    </dsp:sp>
    <dsp:sp modelId="{EC02887A-72FB-4825-91ED-C5EAAD59486D}">
      <dsp:nvSpPr>
        <dsp:cNvPr id="0" name=""/>
        <dsp:cNvSpPr/>
      </dsp:nvSpPr>
      <dsp:spPr>
        <a:xfrm>
          <a:off x="909283" y="2393668"/>
          <a:ext cx="8239833" cy="354595"/>
        </a:xfrm>
        <a:custGeom>
          <a:avLst/>
          <a:gdLst/>
          <a:ahLst/>
          <a:cxnLst/>
          <a:rect l="0" t="0" r="0" b="0"/>
          <a:pathLst>
            <a:path>
              <a:moveTo>
                <a:pt x="8239833" y="0"/>
              </a:moveTo>
              <a:lnTo>
                <a:pt x="8239833" y="194397"/>
              </a:lnTo>
              <a:lnTo>
                <a:pt x="0" y="194397"/>
              </a:lnTo>
              <a:lnTo>
                <a:pt x="0" y="354595"/>
              </a:lnTo>
            </a:path>
          </a:pathLst>
        </a:custGeom>
        <a:noFill/>
        <a:ln w="12700"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22979" y="2569040"/>
        <a:ext cx="412441" cy="3851"/>
      </dsp:txXfrm>
    </dsp:sp>
    <dsp:sp modelId="{85B7346B-3476-404A-83A5-1E8CB1E2EE0F}">
      <dsp:nvSpPr>
        <dsp:cNvPr id="0" name=""/>
        <dsp:cNvSpPr/>
      </dsp:nvSpPr>
      <dsp:spPr>
        <a:xfrm>
          <a:off x="8311735" y="1390611"/>
          <a:ext cx="1674762" cy="100485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MongoDB (NoSQL Document Database)</a:t>
          </a:r>
        </a:p>
      </dsp:txBody>
      <dsp:txXfrm>
        <a:off x="8311735" y="1390611"/>
        <a:ext cx="1674762" cy="1004857"/>
      </dsp:txXfrm>
    </dsp:sp>
    <dsp:sp modelId="{5A1076D2-048D-4BC6-931B-2A74A102E008}">
      <dsp:nvSpPr>
        <dsp:cNvPr id="0" name=""/>
        <dsp:cNvSpPr/>
      </dsp:nvSpPr>
      <dsp:spPr>
        <a:xfrm>
          <a:off x="1744864" y="3237373"/>
          <a:ext cx="354595" cy="91440"/>
        </a:xfrm>
        <a:custGeom>
          <a:avLst/>
          <a:gdLst/>
          <a:ahLst/>
          <a:cxnLst/>
          <a:rect l="0" t="0" r="0" b="0"/>
          <a:pathLst>
            <a:path>
              <a:moveTo>
                <a:pt x="0" y="45720"/>
              </a:moveTo>
              <a:lnTo>
                <a:pt x="354595" y="45720"/>
              </a:lnTo>
            </a:path>
          </a:pathLst>
        </a:custGeom>
        <a:noFill/>
        <a:ln w="12700"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12532" y="3281167"/>
        <a:ext cx="19259" cy="3851"/>
      </dsp:txXfrm>
    </dsp:sp>
    <dsp:sp modelId="{81F29889-7563-46B7-8122-4E1730DD3CEB}">
      <dsp:nvSpPr>
        <dsp:cNvPr id="0" name=""/>
        <dsp:cNvSpPr/>
      </dsp:nvSpPr>
      <dsp:spPr>
        <a:xfrm>
          <a:off x="71901" y="2780664"/>
          <a:ext cx="1674762" cy="100485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b="1" kern="1200"/>
            <a:t>Development &amp; Design Tools</a:t>
          </a:r>
          <a:endParaRPr lang="en-US" sz="1600" kern="1200"/>
        </a:p>
      </dsp:txBody>
      <dsp:txXfrm>
        <a:off x="71901" y="2780664"/>
        <a:ext cx="1674762" cy="1004857"/>
      </dsp:txXfrm>
    </dsp:sp>
    <dsp:sp modelId="{3B8726C3-F239-474E-9C86-C7D3EFB1A7A5}">
      <dsp:nvSpPr>
        <dsp:cNvPr id="0" name=""/>
        <dsp:cNvSpPr/>
      </dsp:nvSpPr>
      <dsp:spPr>
        <a:xfrm>
          <a:off x="3804823" y="3237373"/>
          <a:ext cx="354595" cy="91440"/>
        </a:xfrm>
        <a:custGeom>
          <a:avLst/>
          <a:gdLst/>
          <a:ahLst/>
          <a:cxnLst/>
          <a:rect l="0" t="0" r="0" b="0"/>
          <a:pathLst>
            <a:path>
              <a:moveTo>
                <a:pt x="0" y="45720"/>
              </a:moveTo>
              <a:lnTo>
                <a:pt x="354595"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72490" y="3281167"/>
        <a:ext cx="19259" cy="3851"/>
      </dsp:txXfrm>
    </dsp:sp>
    <dsp:sp modelId="{E8E28EAF-3605-495D-95DE-9E5597E4F544}">
      <dsp:nvSpPr>
        <dsp:cNvPr id="0" name=""/>
        <dsp:cNvSpPr/>
      </dsp:nvSpPr>
      <dsp:spPr>
        <a:xfrm>
          <a:off x="2131860" y="2780664"/>
          <a:ext cx="1674762" cy="100485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Visual Studio Code</a:t>
          </a:r>
        </a:p>
      </dsp:txBody>
      <dsp:txXfrm>
        <a:off x="2131860" y="2780664"/>
        <a:ext cx="1674762" cy="1004857"/>
      </dsp:txXfrm>
    </dsp:sp>
    <dsp:sp modelId="{1F7659A8-A9EC-49BD-AF1A-E29637D77F8D}">
      <dsp:nvSpPr>
        <dsp:cNvPr id="0" name=""/>
        <dsp:cNvSpPr/>
      </dsp:nvSpPr>
      <dsp:spPr>
        <a:xfrm>
          <a:off x="5864781" y="3237373"/>
          <a:ext cx="354595" cy="91440"/>
        </a:xfrm>
        <a:custGeom>
          <a:avLst/>
          <a:gdLst/>
          <a:ahLst/>
          <a:cxnLst/>
          <a:rect l="0" t="0" r="0" b="0"/>
          <a:pathLst>
            <a:path>
              <a:moveTo>
                <a:pt x="0" y="45720"/>
              </a:moveTo>
              <a:lnTo>
                <a:pt x="354595" y="45720"/>
              </a:lnTo>
            </a:path>
          </a:pathLst>
        </a:custGeom>
        <a:noFill/>
        <a:ln w="12700"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32449" y="3281167"/>
        <a:ext cx="19259" cy="3851"/>
      </dsp:txXfrm>
    </dsp:sp>
    <dsp:sp modelId="{E5F4D131-2858-43FF-8EE8-DD544C4ABC4B}">
      <dsp:nvSpPr>
        <dsp:cNvPr id="0" name=""/>
        <dsp:cNvSpPr/>
      </dsp:nvSpPr>
      <dsp:spPr>
        <a:xfrm>
          <a:off x="4191818" y="2780664"/>
          <a:ext cx="1674762" cy="100485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Postman (API Testing)</a:t>
          </a:r>
        </a:p>
      </dsp:txBody>
      <dsp:txXfrm>
        <a:off x="4191818" y="2780664"/>
        <a:ext cx="1674762" cy="1004857"/>
      </dsp:txXfrm>
    </dsp:sp>
    <dsp:sp modelId="{569CF42D-9687-48BE-A0E0-1B200338F5C0}">
      <dsp:nvSpPr>
        <dsp:cNvPr id="0" name=""/>
        <dsp:cNvSpPr/>
      </dsp:nvSpPr>
      <dsp:spPr>
        <a:xfrm>
          <a:off x="7924739" y="3237373"/>
          <a:ext cx="354595" cy="91440"/>
        </a:xfrm>
        <a:custGeom>
          <a:avLst/>
          <a:gdLst/>
          <a:ahLst/>
          <a:cxnLst/>
          <a:rect l="0" t="0" r="0" b="0"/>
          <a:pathLst>
            <a:path>
              <a:moveTo>
                <a:pt x="0" y="45720"/>
              </a:moveTo>
              <a:lnTo>
                <a:pt x="354595" y="45720"/>
              </a:lnTo>
            </a:path>
          </a:pathLst>
        </a:custGeom>
        <a:noFill/>
        <a:ln w="12700"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92407" y="3281167"/>
        <a:ext cx="19259" cy="3851"/>
      </dsp:txXfrm>
    </dsp:sp>
    <dsp:sp modelId="{B3CB8B89-CA8E-4F9A-9DCE-90E90BC306FA}">
      <dsp:nvSpPr>
        <dsp:cNvPr id="0" name=""/>
        <dsp:cNvSpPr/>
      </dsp:nvSpPr>
      <dsp:spPr>
        <a:xfrm>
          <a:off x="6251776" y="2780664"/>
          <a:ext cx="1674762" cy="100485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Git (Version Control)</a:t>
          </a:r>
        </a:p>
      </dsp:txBody>
      <dsp:txXfrm>
        <a:off x="6251776" y="2780664"/>
        <a:ext cx="1674762" cy="1004857"/>
      </dsp:txXfrm>
    </dsp:sp>
    <dsp:sp modelId="{8F764425-B08A-43D4-8673-ACDCC5846A9F}">
      <dsp:nvSpPr>
        <dsp:cNvPr id="0" name=""/>
        <dsp:cNvSpPr/>
      </dsp:nvSpPr>
      <dsp:spPr>
        <a:xfrm>
          <a:off x="8311735" y="2780664"/>
          <a:ext cx="1674762" cy="100485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PlantUML / Draw.io (System Modeling)</a:t>
          </a:r>
        </a:p>
      </dsp:txBody>
      <dsp:txXfrm>
        <a:off x="8311735" y="2780664"/>
        <a:ext cx="1674762" cy="10048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627230-B0C6-4EC7-83F1-1ADB41D8E760}">
      <dsp:nvSpPr>
        <dsp:cNvPr id="0" name=""/>
        <dsp:cNvSpPr/>
      </dsp:nvSpPr>
      <dsp:spPr>
        <a:xfrm>
          <a:off x="0" y="1827"/>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C8E453-04F4-4E1D-A209-D2D1B84FC50A}">
      <dsp:nvSpPr>
        <dsp:cNvPr id="0" name=""/>
        <dsp:cNvSpPr/>
      </dsp:nvSpPr>
      <dsp:spPr>
        <a:xfrm>
          <a:off x="235585" y="177056"/>
          <a:ext cx="428336" cy="4283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37A371-A20A-4E2C-A193-0B1F91BA44E7}">
      <dsp:nvSpPr>
        <dsp:cNvPr id="0" name=""/>
        <dsp:cNvSpPr/>
      </dsp:nvSpPr>
      <dsp:spPr>
        <a:xfrm>
          <a:off x="899507" y="1827"/>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Hiring lifecycle is predefined and not fully customizable</a:t>
          </a:r>
        </a:p>
      </dsp:txBody>
      <dsp:txXfrm>
        <a:off x="899507" y="1827"/>
        <a:ext cx="5898167" cy="778794"/>
      </dsp:txXfrm>
    </dsp:sp>
    <dsp:sp modelId="{6CCEB6F7-E3DE-45E2-9435-4B5915B8B97E}">
      <dsp:nvSpPr>
        <dsp:cNvPr id="0" name=""/>
        <dsp:cNvSpPr/>
      </dsp:nvSpPr>
      <dsp:spPr>
        <a:xfrm>
          <a:off x="0" y="975320"/>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0A9462-9708-4BF3-89B3-445CBFDB8B98}">
      <dsp:nvSpPr>
        <dsp:cNvPr id="0" name=""/>
        <dsp:cNvSpPr/>
      </dsp:nvSpPr>
      <dsp:spPr>
        <a:xfrm>
          <a:off x="235585" y="1150548"/>
          <a:ext cx="428336" cy="4283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A8060F-F515-4F61-AF39-52FF8E7388F1}">
      <dsp:nvSpPr>
        <dsp:cNvPr id="0" name=""/>
        <dsp:cNvSpPr/>
      </dsp:nvSpPr>
      <dsp:spPr>
        <a:xfrm>
          <a:off x="899507" y="975320"/>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Role structure is limited to employer, job seeker, and admin</a:t>
          </a:r>
        </a:p>
      </dsp:txBody>
      <dsp:txXfrm>
        <a:off x="899507" y="975320"/>
        <a:ext cx="5898167" cy="778794"/>
      </dsp:txXfrm>
    </dsp:sp>
    <dsp:sp modelId="{B7B3A240-9946-499B-A70C-306948E447B9}">
      <dsp:nvSpPr>
        <dsp:cNvPr id="0" name=""/>
        <dsp:cNvSpPr/>
      </dsp:nvSpPr>
      <dsp:spPr>
        <a:xfrm>
          <a:off x="0" y="1948812"/>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CDF1AF-F519-42A4-B5F7-87CF40E1A3DA}">
      <dsp:nvSpPr>
        <dsp:cNvPr id="0" name=""/>
        <dsp:cNvSpPr/>
      </dsp:nvSpPr>
      <dsp:spPr>
        <a:xfrm>
          <a:off x="235585" y="2124041"/>
          <a:ext cx="428336" cy="4283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D0A5A1-A372-4A63-8007-8A3B8BBE841F}">
      <dsp:nvSpPr>
        <dsp:cNvPr id="0" name=""/>
        <dsp:cNvSpPr/>
      </dsp:nvSpPr>
      <dsp:spPr>
        <a:xfrm>
          <a:off x="899507" y="1948812"/>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Basic recommendation logic (no machine learning implementation)</a:t>
          </a:r>
        </a:p>
      </dsp:txBody>
      <dsp:txXfrm>
        <a:off x="899507" y="1948812"/>
        <a:ext cx="5898167" cy="778794"/>
      </dsp:txXfrm>
    </dsp:sp>
    <dsp:sp modelId="{3D7D3B06-244B-43E8-AEE0-C7A5612D2083}">
      <dsp:nvSpPr>
        <dsp:cNvPr id="0" name=""/>
        <dsp:cNvSpPr/>
      </dsp:nvSpPr>
      <dsp:spPr>
        <a:xfrm>
          <a:off x="0" y="2922305"/>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1E8326-F1A2-43ED-9839-C9455A76E4A9}">
      <dsp:nvSpPr>
        <dsp:cNvPr id="0" name=""/>
        <dsp:cNvSpPr/>
      </dsp:nvSpPr>
      <dsp:spPr>
        <a:xfrm>
          <a:off x="235585" y="3097533"/>
          <a:ext cx="428336" cy="4283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7B3773-B84B-4EF3-ACDE-6F988A4E29FA}">
      <dsp:nvSpPr>
        <dsp:cNvPr id="0" name=""/>
        <dsp:cNvSpPr/>
      </dsp:nvSpPr>
      <dsp:spPr>
        <a:xfrm>
          <a:off x="899507" y="2922305"/>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Performance optimization for large-scale traffic was not evaluated</a:t>
          </a:r>
        </a:p>
      </dsp:txBody>
      <dsp:txXfrm>
        <a:off x="899507" y="2922305"/>
        <a:ext cx="5898167" cy="778794"/>
      </dsp:txXfrm>
    </dsp:sp>
    <dsp:sp modelId="{0314D966-AA9D-4E2B-85C6-A5709F80D922}">
      <dsp:nvSpPr>
        <dsp:cNvPr id="0" name=""/>
        <dsp:cNvSpPr/>
      </dsp:nvSpPr>
      <dsp:spPr>
        <a:xfrm>
          <a:off x="0" y="3895797"/>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22E1FD-02E9-4D81-BBD8-0D50C527AB85}">
      <dsp:nvSpPr>
        <dsp:cNvPr id="0" name=""/>
        <dsp:cNvSpPr/>
      </dsp:nvSpPr>
      <dsp:spPr>
        <a:xfrm>
          <a:off x="235585" y="4071026"/>
          <a:ext cx="428336" cy="42833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D58C08-81C1-4DAE-AE5B-28659325365B}">
      <dsp:nvSpPr>
        <dsp:cNvPr id="0" name=""/>
        <dsp:cNvSpPr/>
      </dsp:nvSpPr>
      <dsp:spPr>
        <a:xfrm>
          <a:off x="899507" y="3895797"/>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Security implementation is basic</a:t>
          </a:r>
        </a:p>
      </dsp:txBody>
      <dsp:txXfrm>
        <a:off x="899507" y="3895797"/>
        <a:ext cx="5898167" cy="778794"/>
      </dsp:txXfrm>
    </dsp:sp>
    <dsp:sp modelId="{ED8219BF-191C-4568-AD59-883C24B6FF6B}">
      <dsp:nvSpPr>
        <dsp:cNvPr id="0" name=""/>
        <dsp:cNvSpPr/>
      </dsp:nvSpPr>
      <dsp:spPr>
        <a:xfrm>
          <a:off x="0" y="4869290"/>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73EAC3-4231-43E9-80CC-440E51A9689A}">
      <dsp:nvSpPr>
        <dsp:cNvPr id="0" name=""/>
        <dsp:cNvSpPr/>
      </dsp:nvSpPr>
      <dsp:spPr>
        <a:xfrm>
          <a:off x="235585" y="5044518"/>
          <a:ext cx="428336" cy="42833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E25B2D-8286-48B7-82A1-600AB7538F81}">
      <dsp:nvSpPr>
        <dsp:cNvPr id="0" name=""/>
        <dsp:cNvSpPr/>
      </dsp:nvSpPr>
      <dsp:spPr>
        <a:xfrm>
          <a:off x="899507" y="4869290"/>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Deployment intended for demonstration and academic validation</a:t>
          </a:r>
        </a:p>
      </dsp:txBody>
      <dsp:txXfrm>
        <a:off x="899507" y="4869290"/>
        <a:ext cx="5898167" cy="7787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BA08EF-14CA-4666-A927-13F22088F88D}">
      <dsp:nvSpPr>
        <dsp:cNvPr id="0" name=""/>
        <dsp:cNvSpPr/>
      </dsp:nvSpPr>
      <dsp:spPr>
        <a:xfrm>
          <a:off x="0" y="89495"/>
          <a:ext cx="6797675" cy="103428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The proposed WorkFusion system achieves structured recruitment workflow management</a:t>
          </a:r>
          <a:endParaRPr lang="en-US" sz="2600" kern="1200"/>
        </a:p>
      </dsp:txBody>
      <dsp:txXfrm>
        <a:off x="50489" y="139984"/>
        <a:ext cx="6696697" cy="933302"/>
      </dsp:txXfrm>
    </dsp:sp>
    <dsp:sp modelId="{2D398A38-B7A3-461D-BF41-9C23C42410D9}">
      <dsp:nvSpPr>
        <dsp:cNvPr id="0" name=""/>
        <dsp:cNvSpPr/>
      </dsp:nvSpPr>
      <dsp:spPr>
        <a:xfrm>
          <a:off x="0" y="1198655"/>
          <a:ext cx="6797675" cy="1034280"/>
        </a:xfrm>
        <a:prstGeom prst="roundRect">
          <a:avLst/>
        </a:prstGeom>
        <a:solidFill>
          <a:schemeClr val="accent2">
            <a:hueOff val="-332956"/>
            <a:satOff val="-147"/>
            <a:lumOff val="39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The system enforces controlled application lifecycle transitions</a:t>
          </a:r>
          <a:endParaRPr lang="en-US" sz="2600" kern="1200"/>
        </a:p>
      </dsp:txBody>
      <dsp:txXfrm>
        <a:off x="50489" y="1249144"/>
        <a:ext cx="6696697" cy="933302"/>
      </dsp:txXfrm>
    </dsp:sp>
    <dsp:sp modelId="{074D2A23-0792-4C8D-9A8D-3333488CCF71}">
      <dsp:nvSpPr>
        <dsp:cNvPr id="0" name=""/>
        <dsp:cNvSpPr/>
      </dsp:nvSpPr>
      <dsp:spPr>
        <a:xfrm>
          <a:off x="0" y="2307815"/>
          <a:ext cx="6797675" cy="1034280"/>
        </a:xfrm>
        <a:prstGeom prst="roundRect">
          <a:avLst/>
        </a:prstGeom>
        <a:solidFill>
          <a:schemeClr val="accent2">
            <a:hueOff val="-665912"/>
            <a:satOff val="-293"/>
            <a:lumOff val="78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Role-based access control ensures functional separation of users</a:t>
          </a:r>
          <a:endParaRPr lang="en-US" sz="2600" kern="1200"/>
        </a:p>
      </dsp:txBody>
      <dsp:txXfrm>
        <a:off x="50489" y="2358304"/>
        <a:ext cx="6696697" cy="933302"/>
      </dsp:txXfrm>
    </dsp:sp>
    <dsp:sp modelId="{71BCB66E-0AB6-4284-8EE1-474C5DD11932}">
      <dsp:nvSpPr>
        <dsp:cNvPr id="0" name=""/>
        <dsp:cNvSpPr/>
      </dsp:nvSpPr>
      <dsp:spPr>
        <a:xfrm>
          <a:off x="0" y="3416976"/>
          <a:ext cx="6797675" cy="1034280"/>
        </a:xfrm>
        <a:prstGeom prst="roundRect">
          <a:avLst/>
        </a:prstGeom>
        <a:solidFill>
          <a:schemeClr val="accent2">
            <a:hueOff val="-998868"/>
            <a:satOff val="-440"/>
            <a:lumOff val="1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Modular architecture supports maintainability and scalability</a:t>
          </a:r>
          <a:endParaRPr lang="en-US" sz="2600" kern="1200"/>
        </a:p>
      </dsp:txBody>
      <dsp:txXfrm>
        <a:off x="50489" y="3467465"/>
        <a:ext cx="6696697" cy="933302"/>
      </dsp:txXfrm>
    </dsp:sp>
    <dsp:sp modelId="{C8CDA418-D58C-45F6-8A97-BAB4D03B7A1F}">
      <dsp:nvSpPr>
        <dsp:cNvPr id="0" name=""/>
        <dsp:cNvSpPr/>
      </dsp:nvSpPr>
      <dsp:spPr>
        <a:xfrm>
          <a:off x="0" y="4526136"/>
          <a:ext cx="6797675" cy="1034280"/>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Implementation validates the feasibility of controlled hiring platforms</a:t>
          </a:r>
          <a:endParaRPr lang="en-US" sz="2600" kern="1200"/>
        </a:p>
      </dsp:txBody>
      <dsp:txXfrm>
        <a:off x="50489" y="4576625"/>
        <a:ext cx="6696697" cy="93330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1919B2-E774-4A9C-831B-E82990D32938}" type="datetimeFigureOut">
              <a:rPr lang="en-US" smtClean="0"/>
              <a:t>2/16/2026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06446B-0CA3-4EAA-943B-7AD3F9B033A4}" type="slidenum">
              <a:rPr lang="en-US" smtClean="0"/>
              <a:t>‹#›</a:t>
            </a:fld>
            <a:endParaRPr lang="en-US"/>
          </a:p>
        </p:txBody>
      </p:sp>
    </p:spTree>
    <p:extLst>
      <p:ext uri="{BB962C8B-B14F-4D97-AF65-F5344CB8AC3E}">
        <p14:creationId xmlns:p14="http://schemas.microsoft.com/office/powerpoint/2010/main" val="23837729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7F6CD0-CD8E-465E-9A50-B4D66EE4BBA3}" type="datetimeFigureOut">
              <a:rPr lang="en-US" smtClean="0"/>
              <a:t>2/16/2026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67A4F8-5B7A-4601-A821-13EE6129A189}" type="slidenum">
              <a:rPr lang="en-US" smtClean="0"/>
              <a:t>‹#›</a:t>
            </a:fld>
            <a:endParaRPr lang="en-US"/>
          </a:p>
        </p:txBody>
      </p:sp>
    </p:spTree>
    <p:extLst>
      <p:ext uri="{BB962C8B-B14F-4D97-AF65-F5344CB8AC3E}">
        <p14:creationId xmlns:p14="http://schemas.microsoft.com/office/powerpoint/2010/main" val="2199690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3CDF29-6077-411E-9B08-C031F5796A83}"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1800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2A9E05-8117-449C-BBB1-DEBBB17610DC}"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1308072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E47BDDB-DA15-4C5B-A3BA-A55B9C7F7167}"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2709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94D2DB-551A-4914-8550-28F02BFA75DB}" type="datetime1">
              <a:rPr lang="en-US" smtClean="0"/>
              <a:t>2/16/2026</a:t>
            </a:fld>
            <a:endParaRPr lang="en-US"/>
          </a:p>
        </p:txBody>
      </p:sp>
      <p:sp>
        <p:nvSpPr>
          <p:cNvPr id="6" name="Footer Placeholder 5"/>
          <p:cNvSpPr>
            <a:spLocks noGrp="1"/>
          </p:cNvSpPr>
          <p:nvPr>
            <p:ph type="ftr" sz="quarter" idx="11"/>
          </p:nvPr>
        </p:nvSpPr>
        <p:spPr/>
        <p:txBody>
          <a:bodyPr/>
          <a:lstStyle/>
          <a:p>
            <a:r>
              <a:rPr lang="en-US"/>
              <a:t>BSc. Information Engg. Technology</a:t>
            </a:r>
          </a:p>
        </p:txBody>
      </p:sp>
      <p:sp>
        <p:nvSpPr>
          <p:cNvPr id="7" name="Slide Number Placeholder 6"/>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3096838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C48414-F9B7-4854-BAB6-41E41C3240AE}" type="datetime1">
              <a:rPr lang="en-US" smtClean="0"/>
              <a:t>2/16/2026</a:t>
            </a:fld>
            <a:endParaRPr lang="en-US"/>
          </a:p>
        </p:txBody>
      </p:sp>
      <p:sp>
        <p:nvSpPr>
          <p:cNvPr id="8" name="Footer Placeholder 7"/>
          <p:cNvSpPr>
            <a:spLocks noGrp="1"/>
          </p:cNvSpPr>
          <p:nvPr>
            <p:ph type="ftr" sz="quarter" idx="11"/>
          </p:nvPr>
        </p:nvSpPr>
        <p:spPr/>
        <p:txBody>
          <a:bodyPr/>
          <a:lstStyle/>
          <a:p>
            <a:r>
              <a:rPr lang="en-US"/>
              <a:t>BSc. Information Engg. Technology</a:t>
            </a:r>
          </a:p>
        </p:txBody>
      </p:sp>
      <p:sp>
        <p:nvSpPr>
          <p:cNvPr id="9" name="Slide Number Placeholder 8"/>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775800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27BDA6-62C1-4C61-A6A8-1648B33123C3}" type="datetime1">
              <a:rPr lang="en-US" smtClean="0"/>
              <a:t>2/16/2026</a:t>
            </a:fld>
            <a:endParaRPr lang="en-US"/>
          </a:p>
        </p:txBody>
      </p:sp>
      <p:sp>
        <p:nvSpPr>
          <p:cNvPr id="4" name="Footer Placeholder 3"/>
          <p:cNvSpPr>
            <a:spLocks noGrp="1"/>
          </p:cNvSpPr>
          <p:nvPr>
            <p:ph type="ftr" sz="quarter" idx="11"/>
          </p:nvPr>
        </p:nvSpPr>
        <p:spPr/>
        <p:txBody>
          <a:bodyPr/>
          <a:lstStyle/>
          <a:p>
            <a:r>
              <a:rPr lang="en-US"/>
              <a:t>BSc. Information Engg. Technology</a:t>
            </a:r>
          </a:p>
        </p:txBody>
      </p:sp>
      <p:sp>
        <p:nvSpPr>
          <p:cNvPr id="5" name="Slide Number Placeholder 4"/>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1243761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9D78039-6505-4619-9397-F7E8200580BA}" type="datetime1">
              <a:rPr lang="en-US" smtClean="0"/>
              <a:t>2/16/2026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BSc. Information Engg. Technology</a:t>
            </a:r>
          </a:p>
        </p:txBody>
      </p:sp>
      <p:sp>
        <p:nvSpPr>
          <p:cNvPr id="9" name="Slide Number Placeholder 8"/>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2755185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03742CF-2403-4E41-B8C2-AB7736E3E04E}" type="datetime1">
              <a:rPr lang="en-US" smtClean="0"/>
              <a:t>2/16/2026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BSc. Information Engg. Technology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4B15A5F-7F6C-43A1-B098-88BE6151821D}" type="slidenum">
              <a:rPr lang="en-US" smtClean="0"/>
              <a:t>‹#›</a:t>
            </a:fld>
            <a:endParaRPr lang="en-US"/>
          </a:p>
        </p:txBody>
      </p:sp>
    </p:spTree>
    <p:extLst>
      <p:ext uri="{BB962C8B-B14F-4D97-AF65-F5344CB8AC3E}">
        <p14:creationId xmlns:p14="http://schemas.microsoft.com/office/powerpoint/2010/main" val="1556810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9307929-9FC3-4852-884E-72B685B39FCF}" type="datetime1">
              <a:rPr lang="en-US" smtClean="0"/>
              <a:t>2/16/2026</a:t>
            </a:fld>
            <a:endParaRPr lang="en-US"/>
          </a:p>
        </p:txBody>
      </p:sp>
      <p:sp>
        <p:nvSpPr>
          <p:cNvPr id="6" name="Footer Placeholder 5"/>
          <p:cNvSpPr>
            <a:spLocks noGrp="1"/>
          </p:cNvSpPr>
          <p:nvPr>
            <p:ph type="ftr" sz="quarter" idx="11"/>
          </p:nvPr>
        </p:nvSpPr>
        <p:spPr/>
        <p:txBody>
          <a:bodyPr/>
          <a:lstStyle/>
          <a:p>
            <a:r>
              <a:rPr lang="en-US"/>
              <a:t>BSc. Information Engg. Technology</a:t>
            </a:r>
          </a:p>
        </p:txBody>
      </p:sp>
      <p:sp>
        <p:nvSpPr>
          <p:cNvPr id="7" name="Slide Number Placeholder 6"/>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2428181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2887F3-4DE0-485B-BC7D-8901F1FC0617}"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3593111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F0D90F-051D-4C77-9415-2BB78A526A88}"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234125227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861EB2-5D37-40B0-B6EF-99AF2876D542}" type="datetime1">
              <a:rPr lang="en-US" smtClean="0"/>
              <a:t>2/16/2026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BSc. Information Engg. Technology</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4B15A5F-7F6C-43A1-B098-88BE6151821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21374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362070-691D-44DB-98D4-BC61774B0E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5A7EFE9C-DAE7-4ECA-BDB2-34E2534B8AB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44603" y="4325112"/>
            <a:ext cx="71323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3836504" y="758952"/>
            <a:ext cx="7319175" cy="3566160"/>
          </a:xfrm>
        </p:spPr>
        <p:txBody>
          <a:bodyPr>
            <a:normAutofit/>
          </a:bodyPr>
          <a:lstStyle/>
          <a:p>
            <a:r>
              <a:rPr lang="en-US" sz="6200" b="1" err="1"/>
              <a:t>WorkFusion</a:t>
            </a:r>
            <a:r>
              <a:rPr lang="en-US" sz="6200" b="1"/>
              <a:t>: </a:t>
            </a:r>
            <a:r>
              <a:rPr lang="en-US" sz="6200"/>
              <a:t>A Hybrid Marketplace for Online Freelancing and Physical Service Hiring</a:t>
            </a:r>
          </a:p>
        </p:txBody>
      </p:sp>
      <p:sp>
        <p:nvSpPr>
          <p:cNvPr id="3" name="Subtitle 2"/>
          <p:cNvSpPr>
            <a:spLocks noGrp="1"/>
          </p:cNvSpPr>
          <p:nvPr>
            <p:ph type="subTitle" idx="1"/>
          </p:nvPr>
        </p:nvSpPr>
        <p:spPr>
          <a:xfrm>
            <a:off x="3836504" y="4455620"/>
            <a:ext cx="7321946" cy="1143000"/>
          </a:xfrm>
        </p:spPr>
        <p:txBody>
          <a:bodyPr>
            <a:normAutofit/>
          </a:bodyPr>
          <a:lstStyle/>
          <a:p>
            <a:r>
              <a:rPr lang="en-US" sz="2200"/>
              <a:t>Muhammad Sharjeel bin </a:t>
            </a:r>
            <a:r>
              <a:rPr lang="en-US" sz="2200" err="1"/>
              <a:t>riaz</a:t>
            </a:r>
            <a:r>
              <a:rPr lang="en-US" sz="2200"/>
              <a:t> (f22-bs-cs-016)</a:t>
            </a:r>
          </a:p>
          <a:p>
            <a:r>
              <a:rPr lang="en-US" sz="2200"/>
              <a:t>Hamza Shahzad (f22-bs-cs-048)</a:t>
            </a:r>
          </a:p>
        </p:txBody>
      </p:sp>
      <p:sp>
        <p:nvSpPr>
          <p:cNvPr id="14" name="Rectangle 13">
            <a:extLst>
              <a:ext uri="{FF2B5EF4-FFF2-40B4-BE49-F238E27FC236}">
                <a16:creationId xmlns:a16="http://schemas.microsoft.com/office/drawing/2014/main" id="{3F0CE275-BAEC-48E9-B00C-1B635C68F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A22C524A-01E1-4209-AE20-DA64F7CB1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9" name="Picture 8">
            <a:extLst>
              <a:ext uri="{FF2B5EF4-FFF2-40B4-BE49-F238E27FC236}">
                <a16:creationId xmlns:a16="http://schemas.microsoft.com/office/drawing/2014/main" id="{230BED96-A04D-72FA-6B50-E2D908D87EB1}"/>
              </a:ext>
            </a:extLst>
          </p:cNvPr>
          <p:cNvPicPr>
            <a:picLocks noChangeAspect="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17625" y1="34977" x2="46500" y2="70872"/>
                        <a14:foregroundMark x1="50875" y1="70528" x2="57688" y2="55046"/>
                        <a14:foregroundMark x1="45063" y1="55734" x2="54375" y2="45528"/>
                        <a14:foregroundMark x1="42000" y1="47018" x2="49188" y2="30734"/>
                        <a14:foregroundMark x1="52312" y1="27752" x2="53750" y2="26950"/>
                        <a14:foregroundMark x1="56188" y1="34518" x2="82813" y2="44839"/>
                        <a14:foregroundMark x1="54375" y1="25459" x2="54375" y2="25459"/>
                        <a14:foregroundMark x1="53688" y1="26147" x2="53688" y2="26147"/>
                        <a14:foregroundMark x1="53563" y1="27179" x2="53563" y2="27179"/>
                        <a14:foregroundMark x1="53063" y1="27638" x2="53063" y2="27638"/>
                        <a14:foregroundMark x1="52875" y1="28555" x2="52875" y2="28555"/>
                        <a14:backgroundMark x1="46563" y1="70986" x2="46563" y2="70986"/>
                        <a14:backgroundMark x1="46438" y1="71101" x2="46438" y2="71101"/>
                        <a14:backgroundMark x1="53875" y1="27408" x2="53875" y2="27408"/>
                        <a14:backgroundMark x1="53750" y1="27408" x2="53750" y2="27408"/>
                        <a14:backgroundMark x1="53438" y1="27523" x2="53438" y2="27523"/>
                        <a14:backgroundMark x1="53875" y1="27408" x2="53875" y2="27408"/>
                        <a14:backgroundMark x1="54000" y1="27294" x2="54000" y2="27294"/>
                        <a14:backgroundMark x1="53813" y1="27523" x2="53813" y2="27523"/>
                        <a14:backgroundMark x1="53688" y1="27294" x2="53688" y2="27294"/>
                        <a14:backgroundMark x1="53750" y1="27179" x2="53750" y2="27179"/>
                        <a14:backgroundMark x1="54000" y1="27064" x2="54000" y2="27064"/>
                        <a14:backgroundMark x1="53813" y1="27064" x2="53813" y2="27064"/>
                        <a14:backgroundMark x1="53688" y1="26950" x2="53688" y2="26950"/>
                        <a14:backgroundMark x1="53625" y1="26950" x2="53625" y2="26950"/>
                        <a14:backgroundMark x1="53625" y1="26950" x2="53625" y2="26950"/>
                        <a14:backgroundMark x1="53563" y1="27179" x2="53563" y2="27179"/>
                        <a14:backgroundMark x1="53500" y1="27408" x2="53500" y2="27408"/>
                        <a14:backgroundMark x1="53500" y1="27523" x2="53500" y2="27523"/>
                      </a14:backgroundRemoval>
                    </a14:imgEffect>
                  </a14:imgLayer>
                </a14:imgProps>
              </a:ext>
              <a:ext uri="{28A0092B-C50C-407E-A947-70E740481C1C}">
                <a14:useLocalDpi xmlns:a14="http://schemas.microsoft.com/office/drawing/2010/main" val="0"/>
              </a:ext>
            </a:extLst>
          </a:blip>
          <a:stretch>
            <a:fillRect/>
          </a:stretch>
        </p:blipFill>
        <p:spPr>
          <a:xfrm>
            <a:off x="0" y="1719072"/>
            <a:ext cx="4234172" cy="2307623"/>
          </a:xfrm>
          <a:prstGeom prst="rect">
            <a:avLst/>
          </a:prstGeom>
        </p:spPr>
      </p:pic>
    </p:spTree>
    <p:extLst>
      <p:ext uri="{BB962C8B-B14F-4D97-AF65-F5344CB8AC3E}">
        <p14:creationId xmlns:p14="http://schemas.microsoft.com/office/powerpoint/2010/main" val="3506471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7280" y="286603"/>
            <a:ext cx="10058400" cy="1450757"/>
          </a:xfrm>
        </p:spPr>
        <p:txBody>
          <a:bodyPr>
            <a:normAutofit/>
          </a:bodyPr>
          <a:lstStyle/>
          <a:p>
            <a:r>
              <a:rPr lang="en-US" b="1" dirty="0">
                <a:latin typeface="Times New Roman" panose="02020603050405020304" pitchFamily="18" charset="0"/>
                <a:cs typeface="Times New Roman" panose="02020603050405020304" pitchFamily="18" charset="0"/>
              </a:rPr>
              <a:t>Problem Statement</a:t>
            </a:r>
          </a:p>
        </p:txBody>
      </p:sp>
      <p:cxnSp>
        <p:nvCxnSpPr>
          <p:cNvPr id="18" name="Straight Connector 17">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AutoShape 4" descr="Image of ">
            <a:extLst>
              <a:ext uri="{FF2B5EF4-FFF2-40B4-BE49-F238E27FC236}">
                <a16:creationId xmlns:a16="http://schemas.microsoft.com/office/drawing/2014/main" id="{AE676EBE-B1F0-89DC-8102-290CF3B3FC2D}"/>
              </a:ext>
            </a:extLst>
          </p:cNvPr>
          <p:cNvSpPr>
            <a:spLocks noGrp="1" noChangeAspect="1" noChangeArrowheads="1"/>
          </p:cNvSpPr>
          <p:nvPr>
            <p:ph idx="1"/>
          </p:nvPr>
        </p:nvSpPr>
        <p:spPr bwMode="auto">
          <a:xfrm>
            <a:off x="1097279" y="1845734"/>
            <a:ext cx="6454987" cy="4023360"/>
          </a:xfrm>
          <a:prstGeom prst="rect">
            <a:avLst/>
          </a:prstGeom>
          <a:extLst>
            <a:ext uri="{909E8E84-426E-40DD-AFC4-6F175D3DCCD1}">
              <a14:hiddenFill xmlns:a14="http://schemas.microsoft.com/office/drawing/2010/main">
                <a:solidFill>
                  <a:srgbClr val="FFFFFF"/>
                </a:solidFill>
              </a14:hiddenFill>
            </a:ext>
          </a:extLst>
        </p:spPr>
        <p:txBody>
          <a:bodyPr vert="horz" lIns="91440" tIns="45720" rIns="91440" bIns="45720" numCol="1" anchorCtr="0" compatLnSpc="1">
            <a:prstTxWarp prst="textNoShape">
              <a:avLst/>
            </a:prstTxWarp>
            <a:normAutofit/>
          </a:bodyPr>
          <a:lstStyle/>
          <a:p>
            <a:r>
              <a:rPr lang="en-US" sz="1700"/>
              <a:t>Lack of a structured hybrid service platform integrating both online and physical service-based job opportunities within a single system</a:t>
            </a:r>
          </a:p>
          <a:p>
            <a:r>
              <a:rPr lang="en-US" sz="1700"/>
              <a:t>Existing platforms primarily focus on either remote freelance work or traditional job listings, but not both</a:t>
            </a:r>
          </a:p>
          <a:p>
            <a:r>
              <a:rPr lang="en-US" sz="1700"/>
              <a:t>Absence of a unified workflow-driven solution supporting short-term, part-time, and contract-based roles across digital and physical domains</a:t>
            </a:r>
          </a:p>
          <a:p>
            <a:r>
              <a:rPr lang="en-US" sz="1700"/>
              <a:t>Limited organized platforms for students and job seekers seeking flexible earning opportunities such as one-day tasks or part-time shifts</a:t>
            </a:r>
          </a:p>
          <a:p>
            <a:r>
              <a:rPr lang="en-US" sz="1700"/>
              <a:t>Need for a controlled and structured recruitment environment that supports hybrid service-based hiring</a:t>
            </a:r>
          </a:p>
        </p:txBody>
      </p:sp>
      <p:pic>
        <p:nvPicPr>
          <p:cNvPr id="25" name="Graphic 24" descr="Call center">
            <a:extLst>
              <a:ext uri="{FF2B5EF4-FFF2-40B4-BE49-F238E27FC236}">
                <a16:creationId xmlns:a16="http://schemas.microsoft.com/office/drawing/2014/main" id="{4EB1610E-B0D5-2780-5C9A-E564EC64AB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0570" y="2084269"/>
            <a:ext cx="3135109" cy="3135109"/>
          </a:xfrm>
          <a:prstGeom prst="rect">
            <a:avLst/>
          </a:prstGeom>
        </p:spPr>
      </p:pic>
      <p:sp>
        <p:nvSpPr>
          <p:cNvPr id="26" name="Rectangle 25">
            <a:extLst>
              <a:ext uri="{FF2B5EF4-FFF2-40B4-BE49-F238E27FC236}">
                <a16:creationId xmlns:a16="http://schemas.microsoft.com/office/drawing/2014/main" id="{BD7A74B5-8367-4A83-ABEC-0FCDDE97B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2CC184B0-C2C6-4BF0-B078-816C7AF95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3686185" y="6459785"/>
            <a:ext cx="4822804" cy="365125"/>
          </a:xfrm>
        </p:spPr>
        <p:txBody>
          <a:bodyPr>
            <a:normAutofit/>
          </a:bodyPr>
          <a:lstStyle/>
          <a:p>
            <a:pPr>
              <a:spcAft>
                <a:spcPts val="600"/>
              </a:spcAft>
            </a:pPr>
            <a:r>
              <a:rPr lang="en-US"/>
              <a:t>BSc. Information Engg. Technology</a:t>
            </a:r>
          </a:p>
        </p:txBody>
      </p:sp>
      <p:sp>
        <p:nvSpPr>
          <p:cNvPr id="9" name="Slide Number Placeholder 8"/>
          <p:cNvSpPr>
            <a:spLocks noGrp="1"/>
          </p:cNvSpPr>
          <p:nvPr>
            <p:ph type="sldNum" sz="quarter" idx="12"/>
          </p:nvPr>
        </p:nvSpPr>
        <p:spPr>
          <a:xfrm>
            <a:off x="9900458" y="6459785"/>
            <a:ext cx="1312025" cy="365125"/>
          </a:xfrm>
        </p:spPr>
        <p:txBody>
          <a:bodyPr>
            <a:normAutofit/>
          </a:bodyPr>
          <a:lstStyle/>
          <a:p>
            <a:pPr>
              <a:spcAft>
                <a:spcPts val="600"/>
              </a:spcAft>
            </a:pPr>
            <a:fld id="{B4B15A5F-7F6C-43A1-B098-88BE6151821D}" type="slidenum">
              <a:rPr lang="en-US" smtClean="0"/>
              <a:pPr>
                <a:spcAft>
                  <a:spcPts val="600"/>
                </a:spcAft>
              </a:pPr>
              <a:t>2</a:t>
            </a:fld>
            <a:endParaRPr lang="en-US"/>
          </a:p>
        </p:txBody>
      </p:sp>
    </p:spTree>
    <p:extLst>
      <p:ext uri="{BB962C8B-B14F-4D97-AF65-F5344CB8AC3E}">
        <p14:creationId xmlns:p14="http://schemas.microsoft.com/office/powerpoint/2010/main" val="467090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516835"/>
            <a:ext cx="3084844" cy="5772840"/>
          </a:xfrm>
        </p:spPr>
        <p:txBody>
          <a:bodyPr anchor="ctr">
            <a:normAutofit/>
          </a:bodyPr>
          <a:lstStyle/>
          <a:p>
            <a:r>
              <a:rPr lang="en-US" sz="3600" b="1">
                <a:solidFill>
                  <a:srgbClr val="FFFFFF"/>
                </a:solidFill>
                <a:latin typeface="Times New Roman" panose="02020603050405020304" pitchFamily="18" charset="0"/>
                <a:cs typeface="Times New Roman" panose="02020603050405020304" pitchFamily="18" charset="0"/>
              </a:rPr>
              <a:t>Literature Review</a:t>
            </a:r>
          </a:p>
        </p:txBody>
      </p:sp>
      <p:sp>
        <p:nvSpPr>
          <p:cNvPr id="27" name="Rectangle 26">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BSc. Information Engg. Technology</a:t>
            </a:r>
          </a:p>
        </p:txBody>
      </p:sp>
      <p:sp>
        <p:nvSpPr>
          <p:cNvPr id="9" name="Slide Number Placeholder 8"/>
          <p:cNvSpPr>
            <a:spLocks noGrp="1"/>
          </p:cNvSpPr>
          <p:nvPr>
            <p:ph type="sldNum" sz="quarter" idx="12"/>
          </p:nvPr>
        </p:nvSpPr>
        <p:spPr>
          <a:xfrm>
            <a:off x="10123055" y="6459785"/>
            <a:ext cx="1089428" cy="365125"/>
          </a:xfrm>
        </p:spPr>
        <p:txBody>
          <a:bodyPr>
            <a:normAutofit/>
          </a:bodyPr>
          <a:lstStyle/>
          <a:p>
            <a:pPr>
              <a:spcAft>
                <a:spcPts val="600"/>
              </a:spcAft>
            </a:pPr>
            <a:fld id="{B4B15A5F-7F6C-43A1-B098-88BE6151821D}" type="slidenum">
              <a:rPr lang="en-US">
                <a:solidFill>
                  <a:schemeClr val="tx2"/>
                </a:solidFill>
              </a:rPr>
              <a:pPr>
                <a:spcAft>
                  <a:spcPts val="600"/>
                </a:spcAft>
              </a:pPr>
              <a:t>3</a:t>
            </a:fld>
            <a:endParaRPr lang="en-US">
              <a:solidFill>
                <a:schemeClr val="tx2"/>
              </a:solidFill>
            </a:endParaRPr>
          </a:p>
        </p:txBody>
      </p:sp>
      <p:graphicFrame>
        <p:nvGraphicFramePr>
          <p:cNvPr id="5" name="Content Placeholder 4">
            <a:extLst>
              <a:ext uri="{FF2B5EF4-FFF2-40B4-BE49-F238E27FC236}">
                <a16:creationId xmlns:a16="http://schemas.microsoft.com/office/drawing/2014/main" id="{67EBC344-CED9-4157-55CE-8098E7B44786}"/>
              </a:ext>
            </a:extLst>
          </p:cNvPr>
          <p:cNvGraphicFramePr>
            <a:graphicFrameLocks noGrp="1"/>
          </p:cNvGraphicFramePr>
          <p:nvPr>
            <p:ph idx="1"/>
            <p:extLst>
              <p:ext uri="{D42A27DB-BD31-4B8C-83A1-F6EECF244321}">
                <p14:modId xmlns:p14="http://schemas.microsoft.com/office/powerpoint/2010/main" val="1156761114"/>
              </p:ext>
            </p:extLst>
          </p:nvPr>
        </p:nvGraphicFramePr>
        <p:xfrm>
          <a:off x="4741863" y="873868"/>
          <a:ext cx="6797677" cy="5181703"/>
        </p:xfrm>
        <a:graphic>
          <a:graphicData uri="http://schemas.openxmlformats.org/drawingml/2006/table">
            <a:tbl>
              <a:tblPr>
                <a:tableStyleId>{5C22544A-7EE6-4342-B048-85BDC9FD1C3A}</a:tableStyleId>
              </a:tblPr>
              <a:tblGrid>
                <a:gridCol w="1445859">
                  <a:extLst>
                    <a:ext uri="{9D8B030D-6E8A-4147-A177-3AD203B41FA5}">
                      <a16:colId xmlns:a16="http://schemas.microsoft.com/office/drawing/2014/main" val="1117644345"/>
                    </a:ext>
                  </a:extLst>
                </a:gridCol>
                <a:gridCol w="1756470">
                  <a:extLst>
                    <a:ext uri="{9D8B030D-6E8A-4147-A177-3AD203B41FA5}">
                      <a16:colId xmlns:a16="http://schemas.microsoft.com/office/drawing/2014/main" val="1965279852"/>
                    </a:ext>
                  </a:extLst>
                </a:gridCol>
                <a:gridCol w="1741680">
                  <a:extLst>
                    <a:ext uri="{9D8B030D-6E8A-4147-A177-3AD203B41FA5}">
                      <a16:colId xmlns:a16="http://schemas.microsoft.com/office/drawing/2014/main" val="1076063541"/>
                    </a:ext>
                  </a:extLst>
                </a:gridCol>
                <a:gridCol w="1853668">
                  <a:extLst>
                    <a:ext uri="{9D8B030D-6E8A-4147-A177-3AD203B41FA5}">
                      <a16:colId xmlns:a16="http://schemas.microsoft.com/office/drawing/2014/main" val="639679447"/>
                    </a:ext>
                  </a:extLst>
                </a:gridCol>
              </a:tblGrid>
              <a:tr h="458675">
                <a:tc>
                  <a:txBody>
                    <a:bodyPr/>
                    <a:lstStyle/>
                    <a:p>
                      <a:pPr>
                        <a:buNone/>
                      </a:pPr>
                      <a:r>
                        <a:rPr lang="en-US" sz="2000"/>
                        <a:t>Platform</a:t>
                      </a:r>
                    </a:p>
                  </a:txBody>
                  <a:tcPr marL="105720" marR="105720" marT="52859" marB="52859" anchor="ctr"/>
                </a:tc>
                <a:tc>
                  <a:txBody>
                    <a:bodyPr/>
                    <a:lstStyle/>
                    <a:p>
                      <a:pPr>
                        <a:buNone/>
                      </a:pPr>
                      <a:r>
                        <a:rPr lang="en-US" sz="2000"/>
                        <a:t>Focus Area</a:t>
                      </a:r>
                    </a:p>
                  </a:txBody>
                  <a:tcPr marL="105720" marR="105720" marT="52859" marB="52859" anchor="ctr"/>
                </a:tc>
                <a:tc>
                  <a:txBody>
                    <a:bodyPr/>
                    <a:lstStyle/>
                    <a:p>
                      <a:pPr>
                        <a:buNone/>
                      </a:pPr>
                      <a:r>
                        <a:rPr lang="en-US" sz="2000"/>
                        <a:t>Strengths</a:t>
                      </a:r>
                    </a:p>
                  </a:txBody>
                  <a:tcPr marL="105720" marR="105720" marT="52859" marB="52859" anchor="ctr"/>
                </a:tc>
                <a:tc>
                  <a:txBody>
                    <a:bodyPr/>
                    <a:lstStyle/>
                    <a:p>
                      <a:pPr>
                        <a:buNone/>
                      </a:pPr>
                      <a:r>
                        <a:rPr lang="en-US" sz="2000"/>
                        <a:t>Limitations</a:t>
                      </a:r>
                    </a:p>
                  </a:txBody>
                  <a:tcPr marL="105720" marR="105720" marT="52859" marB="52859" anchor="ctr"/>
                </a:tc>
                <a:extLst>
                  <a:ext uri="{0D108BD9-81ED-4DB2-BD59-A6C34878D82A}">
                    <a16:rowId xmlns:a16="http://schemas.microsoft.com/office/drawing/2014/main" val="3692125625"/>
                  </a:ext>
                </a:extLst>
              </a:tr>
              <a:tr h="1675767">
                <a:tc>
                  <a:txBody>
                    <a:bodyPr/>
                    <a:lstStyle/>
                    <a:p>
                      <a:pPr>
                        <a:buNone/>
                      </a:pPr>
                      <a:r>
                        <a:rPr lang="en-US" sz="2000"/>
                        <a:t>Upwork</a:t>
                      </a:r>
                    </a:p>
                  </a:txBody>
                  <a:tcPr marL="105720" marR="105720" marT="52859" marB="52859" anchor="ctr"/>
                </a:tc>
                <a:tc>
                  <a:txBody>
                    <a:bodyPr/>
                    <a:lstStyle/>
                    <a:p>
                      <a:pPr>
                        <a:buNone/>
                      </a:pPr>
                      <a:r>
                        <a:rPr lang="en-US" sz="2000"/>
                        <a:t>Online Freelance Marketplace</a:t>
                      </a:r>
                    </a:p>
                  </a:txBody>
                  <a:tcPr marL="105720" marR="105720" marT="52859" marB="52859" anchor="ctr"/>
                </a:tc>
                <a:tc>
                  <a:txBody>
                    <a:bodyPr/>
                    <a:lstStyle/>
                    <a:p>
                      <a:pPr>
                        <a:buNone/>
                      </a:pPr>
                      <a:r>
                        <a:rPr lang="en-US" sz="2000"/>
                        <a:t>Large user base, structured payment system</a:t>
                      </a:r>
                    </a:p>
                  </a:txBody>
                  <a:tcPr marL="105720" marR="105720" marT="52859" marB="52859" anchor="ctr"/>
                </a:tc>
                <a:tc>
                  <a:txBody>
                    <a:bodyPr/>
                    <a:lstStyle/>
                    <a:p>
                      <a:pPr>
                        <a:buNone/>
                      </a:pPr>
                      <a:r>
                        <a:rPr lang="en-US" sz="2000"/>
                        <a:t>Limited enforcement of hiring workflow stages</a:t>
                      </a:r>
                    </a:p>
                  </a:txBody>
                  <a:tcPr marL="105720" marR="105720" marT="52859" marB="52859" anchor="ctr"/>
                </a:tc>
                <a:extLst>
                  <a:ext uri="{0D108BD9-81ED-4DB2-BD59-A6C34878D82A}">
                    <a16:rowId xmlns:a16="http://schemas.microsoft.com/office/drawing/2014/main" val="3616463394"/>
                  </a:ext>
                </a:extLst>
              </a:tr>
              <a:tr h="1371494">
                <a:tc>
                  <a:txBody>
                    <a:bodyPr/>
                    <a:lstStyle/>
                    <a:p>
                      <a:pPr>
                        <a:buNone/>
                      </a:pPr>
                      <a:r>
                        <a:rPr lang="en-US" sz="2000"/>
                        <a:t>Fiverr</a:t>
                      </a:r>
                    </a:p>
                  </a:txBody>
                  <a:tcPr marL="105720" marR="105720" marT="52859" marB="52859" anchor="ctr"/>
                </a:tc>
                <a:tc>
                  <a:txBody>
                    <a:bodyPr/>
                    <a:lstStyle/>
                    <a:p>
                      <a:pPr>
                        <a:buNone/>
                      </a:pPr>
                      <a:r>
                        <a:rPr lang="en-US" sz="2000"/>
                        <a:t>Service-based freelance platform</a:t>
                      </a:r>
                    </a:p>
                  </a:txBody>
                  <a:tcPr marL="105720" marR="105720" marT="52859" marB="52859" anchor="ctr"/>
                </a:tc>
                <a:tc>
                  <a:txBody>
                    <a:bodyPr/>
                    <a:lstStyle/>
                    <a:p>
                      <a:pPr>
                        <a:buNone/>
                      </a:pPr>
                      <a:r>
                        <a:rPr lang="en-US" sz="2000"/>
                        <a:t>Simple gig-based structure</a:t>
                      </a:r>
                    </a:p>
                  </a:txBody>
                  <a:tcPr marL="105720" marR="105720" marT="52859" marB="52859" anchor="ctr"/>
                </a:tc>
                <a:tc>
                  <a:txBody>
                    <a:bodyPr/>
                    <a:lstStyle/>
                    <a:p>
                      <a:pPr>
                        <a:buNone/>
                      </a:pPr>
                      <a:r>
                        <a:rPr lang="en-US" sz="2000"/>
                        <a:t>Minimal application lifecycle tracking</a:t>
                      </a:r>
                    </a:p>
                  </a:txBody>
                  <a:tcPr marL="105720" marR="105720" marT="52859" marB="52859" anchor="ctr"/>
                </a:tc>
                <a:extLst>
                  <a:ext uri="{0D108BD9-81ED-4DB2-BD59-A6C34878D82A}">
                    <a16:rowId xmlns:a16="http://schemas.microsoft.com/office/drawing/2014/main" val="2693326801"/>
                  </a:ext>
                </a:extLst>
              </a:tr>
              <a:tr h="1675767">
                <a:tc>
                  <a:txBody>
                    <a:bodyPr/>
                    <a:lstStyle/>
                    <a:p>
                      <a:pPr>
                        <a:buNone/>
                      </a:pPr>
                      <a:r>
                        <a:rPr lang="en-US" sz="2000"/>
                        <a:t>Rozee.pk</a:t>
                      </a:r>
                    </a:p>
                  </a:txBody>
                  <a:tcPr marL="105720" marR="105720" marT="52859" marB="52859" anchor="ctr"/>
                </a:tc>
                <a:tc>
                  <a:txBody>
                    <a:bodyPr/>
                    <a:lstStyle/>
                    <a:p>
                      <a:pPr>
                        <a:buNone/>
                      </a:pPr>
                      <a:r>
                        <a:rPr lang="en-US" sz="2000"/>
                        <a:t>Online Job Portal (Pakistan)</a:t>
                      </a:r>
                    </a:p>
                  </a:txBody>
                  <a:tcPr marL="105720" marR="105720" marT="52859" marB="52859" anchor="ctr"/>
                </a:tc>
                <a:tc>
                  <a:txBody>
                    <a:bodyPr/>
                    <a:lstStyle/>
                    <a:p>
                      <a:pPr>
                        <a:buNone/>
                      </a:pPr>
                      <a:r>
                        <a:rPr lang="en-US" sz="2000"/>
                        <a:t>Job listing &amp; employer database</a:t>
                      </a:r>
                    </a:p>
                  </a:txBody>
                  <a:tcPr marL="105720" marR="105720" marT="52859" marB="52859" anchor="ctr"/>
                </a:tc>
                <a:tc>
                  <a:txBody>
                    <a:bodyPr/>
                    <a:lstStyle/>
                    <a:p>
                      <a:pPr>
                        <a:buNone/>
                      </a:pPr>
                      <a:r>
                        <a:rPr lang="en-US" sz="2000"/>
                        <a:t>Basic workflow control, limited status enforcement</a:t>
                      </a:r>
                    </a:p>
                  </a:txBody>
                  <a:tcPr marL="105720" marR="105720" marT="52859" marB="52859" anchor="ctr"/>
                </a:tc>
                <a:extLst>
                  <a:ext uri="{0D108BD9-81ED-4DB2-BD59-A6C34878D82A}">
                    <a16:rowId xmlns:a16="http://schemas.microsoft.com/office/drawing/2014/main" val="3796721130"/>
                  </a:ext>
                </a:extLst>
              </a:tr>
            </a:tbl>
          </a:graphicData>
        </a:graphic>
      </p:graphicFrame>
    </p:spTree>
    <p:extLst>
      <p:ext uri="{BB962C8B-B14F-4D97-AF65-F5344CB8AC3E}">
        <p14:creationId xmlns:p14="http://schemas.microsoft.com/office/powerpoint/2010/main" val="2400430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B82DEB0-A14C-4282-BF74-65BC353AC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dirty="0"/>
              <a:t>/</a:t>
            </a:r>
          </a:p>
        </p:txBody>
      </p:sp>
      <p:sp>
        <p:nvSpPr>
          <p:cNvPr id="2" name="Title 1"/>
          <p:cNvSpPr>
            <a:spLocks noGrp="1"/>
          </p:cNvSpPr>
          <p:nvPr>
            <p:ph type="title"/>
          </p:nvPr>
        </p:nvSpPr>
        <p:spPr>
          <a:xfrm>
            <a:off x="1097280" y="4844374"/>
            <a:ext cx="10058400" cy="1188995"/>
          </a:xfrm>
        </p:spPr>
        <p:txBody>
          <a:bodyPr anchor="ctr">
            <a:normAutofit/>
          </a:bodyPr>
          <a:lstStyle/>
          <a:p>
            <a:pPr algn="ctr"/>
            <a:r>
              <a:rPr lang="en-US" b="1">
                <a:latin typeface="Times New Roman" panose="02020603050405020304" pitchFamily="18" charset="0"/>
                <a:cs typeface="Times New Roman" panose="02020603050405020304" pitchFamily="18" charset="0"/>
              </a:rPr>
              <a:t>Business Scope</a:t>
            </a:r>
          </a:p>
        </p:txBody>
      </p:sp>
      <p:sp>
        <p:nvSpPr>
          <p:cNvPr id="8" name="Footer Placeholder 7"/>
          <p:cNvSpPr>
            <a:spLocks noGrp="1"/>
          </p:cNvSpPr>
          <p:nvPr>
            <p:ph type="ftr" sz="quarter" idx="11"/>
          </p:nvPr>
        </p:nvSpPr>
        <p:spPr>
          <a:xfrm>
            <a:off x="3686185" y="6459785"/>
            <a:ext cx="4822804" cy="365125"/>
          </a:xfrm>
        </p:spPr>
        <p:txBody>
          <a:bodyPr>
            <a:normAutofit/>
          </a:bodyPr>
          <a:lstStyle/>
          <a:p>
            <a:pPr>
              <a:spcAft>
                <a:spcPts val="600"/>
              </a:spcAft>
            </a:pPr>
            <a:r>
              <a:rPr lang="en-US"/>
              <a:t>BSc. Information Engg. Technology</a:t>
            </a:r>
          </a:p>
        </p:txBody>
      </p:sp>
      <p:sp>
        <p:nvSpPr>
          <p:cNvPr id="9" name="Slide Number Placeholder 8"/>
          <p:cNvSpPr>
            <a:spLocks noGrp="1"/>
          </p:cNvSpPr>
          <p:nvPr>
            <p:ph type="sldNum" sz="quarter" idx="12"/>
          </p:nvPr>
        </p:nvSpPr>
        <p:spPr>
          <a:xfrm>
            <a:off x="9900458" y="6459785"/>
            <a:ext cx="1312025" cy="365125"/>
          </a:xfrm>
        </p:spPr>
        <p:txBody>
          <a:bodyPr>
            <a:normAutofit/>
          </a:bodyPr>
          <a:lstStyle/>
          <a:p>
            <a:pPr>
              <a:spcAft>
                <a:spcPts val="600"/>
              </a:spcAft>
            </a:pPr>
            <a:fld id="{B4B15A5F-7F6C-43A1-B098-88BE6151821D}" type="slidenum">
              <a:rPr lang="en-US" smtClean="0"/>
              <a:pPr>
                <a:spcAft>
                  <a:spcPts val="600"/>
                </a:spcAft>
              </a:pPr>
              <a:t>4</a:t>
            </a:fld>
            <a:endParaRPr lang="en-US"/>
          </a:p>
        </p:txBody>
      </p:sp>
      <p:sp>
        <p:nvSpPr>
          <p:cNvPr id="29" name="TextBox 28"/>
          <p:cNvSpPr txBox="1"/>
          <p:nvPr/>
        </p:nvSpPr>
        <p:spPr>
          <a:xfrm>
            <a:off x="1036319" y="680936"/>
            <a:ext cx="10119362" cy="3765355"/>
          </a:xfrm>
          <a:prstGeom prst="rect">
            <a:avLst/>
          </a:prstGeom>
          <a:noFill/>
        </p:spPr>
        <p:txBody>
          <a:bodyPr wrap="none">
            <a:spAutoFit/>
          </a:bodyPr>
          <a:lstStyle/>
          <a:p>
            <a:r>
              <a:t>Successfully replaced Placeholder!</a:t>
            </a:r>
          </a:p>
        </p:txBody>
      </p:sp>
    </p:spTree>
    <p:extLst>
      <p:ext uri="{BB962C8B-B14F-4D97-AF65-F5344CB8AC3E}">
        <p14:creationId xmlns:p14="http://schemas.microsoft.com/office/powerpoint/2010/main" val="823431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240A2FC-E2C3-458D-96B4-5DF9028D93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5F097929-F3D6-4D1F-8AFC-CF348171A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0" name="Straight Connector 19">
            <a:extLst>
              <a:ext uri="{FF2B5EF4-FFF2-40B4-BE49-F238E27FC236}">
                <a16:creationId xmlns:a16="http://schemas.microsoft.com/office/drawing/2014/main" id="{43074C91-9045-414B-B5F9-567DAE3EED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2779F603-B669-4AD6-82F9-E09F7616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89754" y="639097"/>
            <a:ext cx="6253317" cy="3686015"/>
          </a:xfrm>
        </p:spPr>
        <p:txBody>
          <a:bodyPr vert="horz" lIns="91440" tIns="45720" rIns="91440" bIns="45720" rtlCol="0" anchor="b">
            <a:normAutofit/>
          </a:bodyPr>
          <a:lstStyle/>
          <a:p>
            <a:r>
              <a:rPr lang="en-US" sz="4400" b="1">
                <a:solidFill>
                  <a:schemeClr val="tx1">
                    <a:lumMod val="85000"/>
                    <a:lumOff val="15000"/>
                  </a:schemeClr>
                </a:solidFill>
              </a:rPr>
              <a:t>Methodology/Framework</a:t>
            </a:r>
          </a:p>
        </p:txBody>
      </p:sp>
      <p:pic>
        <p:nvPicPr>
          <p:cNvPr id="7" name="Content Placeholder 6">
            <a:extLst>
              <a:ext uri="{FF2B5EF4-FFF2-40B4-BE49-F238E27FC236}">
                <a16:creationId xmlns:a16="http://schemas.microsoft.com/office/drawing/2014/main" id="{2D6D14C6-11BB-41F0-F745-3BAD659D9D4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78997" y="249181"/>
            <a:ext cx="4061827" cy="6085135"/>
          </a:xfrm>
          <a:prstGeom prst="rect">
            <a:avLst/>
          </a:prstGeom>
        </p:spPr>
      </p:pic>
      <p:cxnSp>
        <p:nvCxnSpPr>
          <p:cNvPr id="24" name="Straight Connector 23">
            <a:extLst>
              <a:ext uri="{FF2B5EF4-FFF2-40B4-BE49-F238E27FC236}">
                <a16:creationId xmlns:a16="http://schemas.microsoft.com/office/drawing/2014/main" id="{7ABFD994-C2DC-4E7D-9411-C7FF7813EF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C0D1FC6-352C-4C7D-825F-C4E2F6A80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57BED9"/>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541AFC2C-CD98-4478-AB71-1A864026D9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475659"/>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ooter Placeholder 9"/>
          <p:cNvSpPr>
            <a:spLocks noGrp="1"/>
          </p:cNvSpPr>
          <p:nvPr>
            <p:ph type="ftr" sz="quarter" idx="11"/>
          </p:nvPr>
        </p:nvSpPr>
        <p:spPr>
          <a:xfrm>
            <a:off x="3686185" y="6459785"/>
            <a:ext cx="4822804" cy="365125"/>
          </a:xfrm>
        </p:spPr>
        <p:txBody>
          <a:bodyPr vert="horz" lIns="91440" tIns="45720" rIns="91440" bIns="45720" rtlCol="0" anchor="ctr">
            <a:normAutofit/>
          </a:bodyPr>
          <a:lstStyle/>
          <a:p>
            <a:pPr>
              <a:spcAft>
                <a:spcPts val="600"/>
              </a:spcAft>
            </a:pPr>
            <a:r>
              <a:rPr lang="en-US" kern="1200" cap="all" baseline="0">
                <a:solidFill>
                  <a:srgbClr val="FFFFFF"/>
                </a:solidFill>
                <a:latin typeface="+mn-lt"/>
                <a:ea typeface="+mn-ea"/>
                <a:cs typeface="+mn-cs"/>
              </a:rPr>
              <a:t>BSc. Information Engg. Technology</a:t>
            </a:r>
          </a:p>
        </p:txBody>
      </p:sp>
      <p:sp>
        <p:nvSpPr>
          <p:cNvPr id="11" name="Slide Number Placeholder 10"/>
          <p:cNvSpPr>
            <a:spLocks noGrp="1"/>
          </p:cNvSpPr>
          <p:nvPr>
            <p:ph type="sldNum" sz="quarter" idx="12"/>
          </p:nvPr>
        </p:nvSpPr>
        <p:spPr>
          <a:xfrm>
            <a:off x="9900458" y="6459785"/>
            <a:ext cx="1312025" cy="365125"/>
          </a:xfrm>
        </p:spPr>
        <p:txBody>
          <a:bodyPr vert="horz" lIns="91440" tIns="45720" rIns="91440" bIns="45720" rtlCol="0" anchor="ctr">
            <a:normAutofit/>
          </a:bodyPr>
          <a:lstStyle/>
          <a:p>
            <a:pPr>
              <a:spcAft>
                <a:spcPts val="600"/>
              </a:spcAft>
            </a:pPr>
            <a:fld id="{B4B15A5F-7F6C-43A1-B098-88BE6151821D}" type="slidenum">
              <a:rPr lang="en-US" smtClean="0"/>
              <a:pPr>
                <a:spcAft>
                  <a:spcPts val="600"/>
                </a:spcAft>
              </a:pPr>
              <a:t>5</a:t>
            </a:fld>
            <a:endParaRPr lang="en-US"/>
          </a:p>
        </p:txBody>
      </p:sp>
    </p:spTree>
    <p:extLst>
      <p:ext uri="{BB962C8B-B14F-4D97-AF65-F5344CB8AC3E}">
        <p14:creationId xmlns:p14="http://schemas.microsoft.com/office/powerpoint/2010/main" val="3482060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450757"/>
          </a:xfrm>
        </p:spPr>
        <p:txBody>
          <a:bodyPr>
            <a:normAutofit/>
          </a:bodyPr>
          <a:lstStyle/>
          <a:p>
            <a:r>
              <a:rPr lang="en-US" b="1" dirty="0">
                <a:latin typeface="Times New Roman" panose="02020603050405020304" pitchFamily="18" charset="0"/>
                <a:cs typeface="Times New Roman" panose="02020603050405020304" pitchFamily="18" charset="0"/>
              </a:rPr>
              <a:t>Tools and Languages</a:t>
            </a:r>
          </a:p>
        </p:txBody>
      </p:sp>
      <p:sp>
        <p:nvSpPr>
          <p:cNvPr id="8" name="Footer Placeholder 7"/>
          <p:cNvSpPr>
            <a:spLocks noGrp="1"/>
          </p:cNvSpPr>
          <p:nvPr>
            <p:ph type="ftr" sz="quarter" idx="11"/>
          </p:nvPr>
        </p:nvSpPr>
        <p:spPr>
          <a:xfrm>
            <a:off x="3686185" y="6459785"/>
            <a:ext cx="4822804" cy="365125"/>
          </a:xfrm>
        </p:spPr>
        <p:txBody>
          <a:bodyPr>
            <a:normAutofit/>
          </a:bodyPr>
          <a:lstStyle/>
          <a:p>
            <a:pPr>
              <a:spcAft>
                <a:spcPts val="600"/>
              </a:spcAft>
            </a:pPr>
            <a:r>
              <a:rPr lang="en-US"/>
              <a:t>BSc. Information Engg. Technology</a:t>
            </a:r>
          </a:p>
        </p:txBody>
      </p:sp>
      <p:sp>
        <p:nvSpPr>
          <p:cNvPr id="9" name="Slide Number Placeholder 8"/>
          <p:cNvSpPr>
            <a:spLocks noGrp="1"/>
          </p:cNvSpPr>
          <p:nvPr>
            <p:ph type="sldNum" sz="quarter" idx="12"/>
          </p:nvPr>
        </p:nvSpPr>
        <p:spPr>
          <a:xfrm>
            <a:off x="9900458" y="6459785"/>
            <a:ext cx="1312025" cy="365125"/>
          </a:xfrm>
        </p:spPr>
        <p:txBody>
          <a:bodyPr>
            <a:normAutofit/>
          </a:bodyPr>
          <a:lstStyle/>
          <a:p>
            <a:pPr>
              <a:spcAft>
                <a:spcPts val="600"/>
              </a:spcAft>
            </a:pPr>
            <a:fld id="{B4B15A5F-7F6C-43A1-B098-88BE6151821D}" type="slidenum">
              <a:rPr lang="en-US"/>
              <a:pPr>
                <a:spcAft>
                  <a:spcPts val="600"/>
                </a:spcAft>
              </a:pPr>
              <a:t>6</a:t>
            </a:fld>
            <a:endParaRPr lang="en-US"/>
          </a:p>
        </p:txBody>
      </p:sp>
      <p:graphicFrame>
        <p:nvGraphicFramePr>
          <p:cNvPr id="20" name="Content Placeholder 2">
            <a:extLst>
              <a:ext uri="{FF2B5EF4-FFF2-40B4-BE49-F238E27FC236}">
                <a16:creationId xmlns:a16="http://schemas.microsoft.com/office/drawing/2014/main" id="{D66E9990-2CDE-5151-ADE4-F27B474F3F39}"/>
              </a:ext>
            </a:extLst>
          </p:cNvPr>
          <p:cNvGraphicFramePr>
            <a:graphicFrameLocks noGrp="1"/>
          </p:cNvGraphicFramePr>
          <p:nvPr>
            <p:ph idx="1"/>
            <p:extLst>
              <p:ext uri="{D42A27DB-BD31-4B8C-83A1-F6EECF244321}">
                <p14:modId xmlns:p14="http://schemas.microsoft.com/office/powerpoint/2010/main" val="3122539041"/>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4982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516835"/>
            <a:ext cx="3084844" cy="5772840"/>
          </a:xfrm>
        </p:spPr>
        <p:txBody>
          <a:bodyPr anchor="ctr">
            <a:normAutofit/>
          </a:bodyPr>
          <a:lstStyle/>
          <a:p>
            <a:r>
              <a:rPr lang="en-US" sz="3600" b="1">
                <a:solidFill>
                  <a:srgbClr val="FFFFFF"/>
                </a:solidFill>
                <a:latin typeface="Times New Roman" panose="02020603050405020304" pitchFamily="18" charset="0"/>
                <a:cs typeface="Times New Roman" panose="02020603050405020304" pitchFamily="18" charset="0"/>
              </a:rPr>
              <a:t>Constraints and Limitation</a:t>
            </a:r>
          </a:p>
        </p:txBody>
      </p:sp>
      <p:sp>
        <p:nvSpPr>
          <p:cNvPr id="19" name="Rectangle 18">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BSc. Information Engg. Technology</a:t>
            </a:r>
          </a:p>
        </p:txBody>
      </p:sp>
      <p:sp>
        <p:nvSpPr>
          <p:cNvPr id="9" name="Slide Number Placeholder 8"/>
          <p:cNvSpPr>
            <a:spLocks noGrp="1"/>
          </p:cNvSpPr>
          <p:nvPr>
            <p:ph type="sldNum" sz="quarter" idx="12"/>
          </p:nvPr>
        </p:nvSpPr>
        <p:spPr>
          <a:xfrm>
            <a:off x="10123055" y="6459785"/>
            <a:ext cx="1089428" cy="365125"/>
          </a:xfrm>
        </p:spPr>
        <p:txBody>
          <a:bodyPr>
            <a:normAutofit/>
          </a:bodyPr>
          <a:lstStyle/>
          <a:p>
            <a:pPr>
              <a:spcAft>
                <a:spcPts val="600"/>
              </a:spcAft>
            </a:pPr>
            <a:fld id="{B4B15A5F-7F6C-43A1-B098-88BE6151821D}" type="slidenum">
              <a:rPr lang="en-US">
                <a:solidFill>
                  <a:schemeClr val="tx2"/>
                </a:solidFill>
              </a:rPr>
              <a:pPr>
                <a:spcAft>
                  <a:spcPts val="600"/>
                </a:spcAft>
              </a:pPr>
              <a:t>7</a:t>
            </a:fld>
            <a:endParaRPr lang="en-US">
              <a:solidFill>
                <a:schemeClr val="tx2"/>
              </a:solidFill>
            </a:endParaRPr>
          </a:p>
        </p:txBody>
      </p:sp>
      <p:graphicFrame>
        <p:nvGraphicFramePr>
          <p:cNvPr id="11" name="Content Placeholder 2">
            <a:extLst>
              <a:ext uri="{FF2B5EF4-FFF2-40B4-BE49-F238E27FC236}">
                <a16:creationId xmlns:a16="http://schemas.microsoft.com/office/drawing/2014/main" id="{0DF38913-C26E-917B-0433-9C9BA55E6D63}"/>
              </a:ext>
            </a:extLst>
          </p:cNvPr>
          <p:cNvGraphicFramePr>
            <a:graphicFrameLocks noGrp="1"/>
          </p:cNvGraphicFramePr>
          <p:nvPr>
            <p:ph idx="1"/>
            <p:extLst>
              <p:ext uri="{D42A27DB-BD31-4B8C-83A1-F6EECF244321}">
                <p14:modId xmlns:p14="http://schemas.microsoft.com/office/powerpoint/2010/main" val="2982592622"/>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7434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450757"/>
          </a:xfrm>
        </p:spPr>
        <p:txBody>
          <a:bodyPr>
            <a:normAutofit/>
          </a:bodyPr>
          <a:lstStyle/>
          <a:p>
            <a:r>
              <a:rPr lang="en-US" b="1">
                <a:latin typeface="Times New Roman" panose="02020603050405020304" pitchFamily="18" charset="0"/>
                <a:cs typeface="Times New Roman" panose="02020603050405020304" pitchFamily="18" charset="0"/>
              </a:rPr>
              <a:t>Work breakdown with timelines</a:t>
            </a:r>
            <a:endParaRPr lang="en-US" b="1" dirty="0">
              <a:latin typeface="Times New Roman" panose="02020603050405020304" pitchFamily="18" charset="0"/>
              <a:cs typeface="Times New Roman" panose="02020603050405020304" pitchFamily="18" charset="0"/>
            </a:endParaRPr>
          </a:p>
        </p:txBody>
      </p:sp>
      <p:sp>
        <p:nvSpPr>
          <p:cNvPr id="8" name="Footer Placeholder 7"/>
          <p:cNvSpPr>
            <a:spLocks noGrp="1"/>
          </p:cNvSpPr>
          <p:nvPr>
            <p:ph type="ftr" sz="quarter" idx="11"/>
          </p:nvPr>
        </p:nvSpPr>
        <p:spPr>
          <a:xfrm>
            <a:off x="3686185" y="6459785"/>
            <a:ext cx="4822804" cy="365125"/>
          </a:xfrm>
        </p:spPr>
        <p:txBody>
          <a:bodyPr>
            <a:normAutofit/>
          </a:bodyPr>
          <a:lstStyle/>
          <a:p>
            <a:pPr>
              <a:spcAft>
                <a:spcPts val="600"/>
              </a:spcAft>
            </a:pPr>
            <a:r>
              <a:rPr lang="en-US"/>
              <a:t>BSc. Information Engg. Technology</a:t>
            </a:r>
          </a:p>
        </p:txBody>
      </p:sp>
      <p:sp>
        <p:nvSpPr>
          <p:cNvPr id="9" name="Slide Number Placeholder 8"/>
          <p:cNvSpPr>
            <a:spLocks noGrp="1"/>
          </p:cNvSpPr>
          <p:nvPr>
            <p:ph type="sldNum" sz="quarter" idx="12"/>
          </p:nvPr>
        </p:nvSpPr>
        <p:spPr>
          <a:xfrm>
            <a:off x="9900458" y="6459785"/>
            <a:ext cx="1312025" cy="365125"/>
          </a:xfrm>
        </p:spPr>
        <p:txBody>
          <a:bodyPr>
            <a:normAutofit/>
          </a:bodyPr>
          <a:lstStyle/>
          <a:p>
            <a:pPr>
              <a:spcAft>
                <a:spcPts val="600"/>
              </a:spcAft>
            </a:pPr>
            <a:fld id="{B4B15A5F-7F6C-43A1-B098-88BE6151821D}" type="slidenum">
              <a:rPr lang="en-US" smtClean="0"/>
              <a:pPr>
                <a:spcAft>
                  <a:spcPts val="600"/>
                </a:spcAft>
              </a:pPr>
              <a:t>8</a:t>
            </a:fld>
            <a:endParaRPr lang="en-US"/>
          </a:p>
        </p:txBody>
      </p:sp>
      <p:graphicFrame>
        <p:nvGraphicFramePr>
          <p:cNvPr id="7" name="Content Placeholder 6">
            <a:extLst>
              <a:ext uri="{FF2B5EF4-FFF2-40B4-BE49-F238E27FC236}">
                <a16:creationId xmlns:a16="http://schemas.microsoft.com/office/drawing/2014/main" id="{D4432294-2CEA-F160-E190-430B894505B3}"/>
              </a:ext>
            </a:extLst>
          </p:cNvPr>
          <p:cNvGraphicFramePr>
            <a:graphicFrameLocks noGrp="1"/>
          </p:cNvGraphicFramePr>
          <p:nvPr>
            <p:ph idx="1"/>
            <p:extLst>
              <p:ext uri="{D42A27DB-BD31-4B8C-83A1-F6EECF244321}">
                <p14:modId xmlns:p14="http://schemas.microsoft.com/office/powerpoint/2010/main" val="1416513558"/>
              </p:ext>
            </p:extLst>
          </p:nvPr>
        </p:nvGraphicFramePr>
        <p:xfrm>
          <a:off x="2256606" y="2098515"/>
          <a:ext cx="7739116" cy="3786083"/>
        </p:xfrm>
        <a:graphic>
          <a:graphicData uri="http://schemas.openxmlformats.org/drawingml/2006/table">
            <a:tbl>
              <a:tblPr firstRow="1" bandRow="1">
                <a:noFill/>
              </a:tblPr>
              <a:tblGrid>
                <a:gridCol w="697411">
                  <a:extLst>
                    <a:ext uri="{9D8B030D-6E8A-4147-A177-3AD203B41FA5}">
                      <a16:colId xmlns:a16="http://schemas.microsoft.com/office/drawing/2014/main" val="3193593550"/>
                    </a:ext>
                  </a:extLst>
                </a:gridCol>
                <a:gridCol w="2611233">
                  <a:extLst>
                    <a:ext uri="{9D8B030D-6E8A-4147-A177-3AD203B41FA5}">
                      <a16:colId xmlns:a16="http://schemas.microsoft.com/office/drawing/2014/main" val="466567704"/>
                    </a:ext>
                  </a:extLst>
                </a:gridCol>
                <a:gridCol w="943013">
                  <a:extLst>
                    <a:ext uri="{9D8B030D-6E8A-4147-A177-3AD203B41FA5}">
                      <a16:colId xmlns:a16="http://schemas.microsoft.com/office/drawing/2014/main" val="2091167662"/>
                    </a:ext>
                  </a:extLst>
                </a:gridCol>
                <a:gridCol w="943013">
                  <a:extLst>
                    <a:ext uri="{9D8B030D-6E8A-4147-A177-3AD203B41FA5}">
                      <a16:colId xmlns:a16="http://schemas.microsoft.com/office/drawing/2014/main" val="333523776"/>
                    </a:ext>
                  </a:extLst>
                </a:gridCol>
                <a:gridCol w="1185756">
                  <a:extLst>
                    <a:ext uri="{9D8B030D-6E8A-4147-A177-3AD203B41FA5}">
                      <a16:colId xmlns:a16="http://schemas.microsoft.com/office/drawing/2014/main" val="2294479783"/>
                    </a:ext>
                  </a:extLst>
                </a:gridCol>
                <a:gridCol w="1358690">
                  <a:extLst>
                    <a:ext uri="{9D8B030D-6E8A-4147-A177-3AD203B41FA5}">
                      <a16:colId xmlns:a16="http://schemas.microsoft.com/office/drawing/2014/main" val="1521721352"/>
                    </a:ext>
                  </a:extLst>
                </a:gridCol>
              </a:tblGrid>
              <a:tr h="197078">
                <a:tc>
                  <a:txBody>
                    <a:bodyPr/>
                    <a:lstStyle/>
                    <a:p>
                      <a:pPr>
                        <a:buNone/>
                      </a:pPr>
                      <a:r>
                        <a:rPr lang="en-US" sz="600" b="1" cap="all" spc="60">
                          <a:solidFill>
                            <a:schemeClr val="tx1"/>
                          </a:solidFill>
                        </a:rPr>
                        <a:t>Phase</a:t>
                      </a:r>
                    </a:p>
                  </a:txBody>
                  <a:tcPr marL="13496" marR="13496" marT="44790" marB="44790" anchor="b">
                    <a:lnL w="12700" cmpd="sng">
                      <a:noFill/>
                    </a:lnL>
                    <a:lnR w="12700" cmpd="sng">
                      <a:noFill/>
                    </a:lnR>
                    <a:lnT w="12700" cmpd="sng">
                      <a:noFill/>
                    </a:lnT>
                    <a:lnB w="38100" cmpd="sng">
                      <a:noFill/>
                    </a:lnB>
                    <a:noFill/>
                  </a:tcPr>
                </a:tc>
                <a:tc>
                  <a:txBody>
                    <a:bodyPr/>
                    <a:lstStyle/>
                    <a:p>
                      <a:pPr>
                        <a:buNone/>
                      </a:pPr>
                      <a:r>
                        <a:rPr lang="en-US" sz="600" b="1" cap="all" spc="60">
                          <a:solidFill>
                            <a:schemeClr val="tx1"/>
                          </a:solidFill>
                        </a:rPr>
                        <a:t>Activity</a:t>
                      </a:r>
                    </a:p>
                  </a:txBody>
                  <a:tcPr marL="13496" marR="13496" marT="44790" marB="44790" anchor="b">
                    <a:lnL w="12700" cmpd="sng">
                      <a:noFill/>
                    </a:lnL>
                    <a:lnR w="12700" cmpd="sng">
                      <a:noFill/>
                    </a:lnR>
                    <a:lnT w="12700" cmpd="sng">
                      <a:noFill/>
                    </a:lnT>
                    <a:lnB w="38100" cmpd="sng">
                      <a:noFill/>
                    </a:lnB>
                    <a:noFill/>
                  </a:tcPr>
                </a:tc>
                <a:tc>
                  <a:txBody>
                    <a:bodyPr/>
                    <a:lstStyle/>
                    <a:p>
                      <a:pPr>
                        <a:buNone/>
                      </a:pPr>
                      <a:r>
                        <a:rPr lang="en-US" sz="600" b="1" cap="all" spc="60">
                          <a:solidFill>
                            <a:schemeClr val="tx1"/>
                          </a:solidFill>
                        </a:rPr>
                        <a:t>Start Date</a:t>
                      </a:r>
                    </a:p>
                  </a:txBody>
                  <a:tcPr marL="13496" marR="13496" marT="44790" marB="44790" anchor="b">
                    <a:lnL w="12700" cmpd="sng">
                      <a:noFill/>
                    </a:lnL>
                    <a:lnR w="12700" cmpd="sng">
                      <a:noFill/>
                    </a:lnR>
                    <a:lnT w="12700" cmpd="sng">
                      <a:noFill/>
                    </a:lnT>
                    <a:lnB w="38100" cmpd="sng">
                      <a:noFill/>
                    </a:lnB>
                    <a:noFill/>
                  </a:tcPr>
                </a:tc>
                <a:tc>
                  <a:txBody>
                    <a:bodyPr/>
                    <a:lstStyle/>
                    <a:p>
                      <a:pPr>
                        <a:buNone/>
                      </a:pPr>
                      <a:r>
                        <a:rPr lang="en-US" sz="600" b="1" cap="all" spc="60">
                          <a:solidFill>
                            <a:schemeClr val="tx1"/>
                          </a:solidFill>
                        </a:rPr>
                        <a:t>End Date</a:t>
                      </a:r>
                    </a:p>
                  </a:txBody>
                  <a:tcPr marL="13496" marR="13496" marT="44790" marB="44790" anchor="b">
                    <a:lnL w="12700" cmpd="sng">
                      <a:noFill/>
                    </a:lnL>
                    <a:lnR w="12700" cmpd="sng">
                      <a:noFill/>
                    </a:lnR>
                    <a:lnT w="12700" cmpd="sng">
                      <a:noFill/>
                    </a:lnT>
                    <a:lnB w="38100" cmpd="sng">
                      <a:noFill/>
                    </a:lnB>
                    <a:noFill/>
                  </a:tcPr>
                </a:tc>
                <a:tc>
                  <a:txBody>
                    <a:bodyPr/>
                    <a:lstStyle/>
                    <a:p>
                      <a:pPr>
                        <a:buNone/>
                      </a:pPr>
                      <a:r>
                        <a:rPr lang="en-US" sz="600" b="1" cap="all" spc="60">
                          <a:solidFill>
                            <a:schemeClr val="tx1"/>
                          </a:solidFill>
                        </a:rPr>
                        <a:t>Duration (Days)</a:t>
                      </a:r>
                    </a:p>
                  </a:txBody>
                  <a:tcPr marL="13496" marR="13496" marT="44790" marB="44790" anchor="b">
                    <a:lnL w="12700" cmpd="sng">
                      <a:noFill/>
                    </a:lnL>
                    <a:lnR w="12700" cmpd="sng">
                      <a:noFill/>
                    </a:lnR>
                    <a:lnT w="12700" cmpd="sng">
                      <a:noFill/>
                    </a:lnT>
                    <a:lnB w="38100" cmpd="sng">
                      <a:noFill/>
                    </a:lnB>
                    <a:noFill/>
                  </a:tcPr>
                </a:tc>
                <a:tc>
                  <a:txBody>
                    <a:bodyPr/>
                    <a:lstStyle/>
                    <a:p>
                      <a:pPr>
                        <a:buNone/>
                      </a:pPr>
                      <a:r>
                        <a:rPr lang="en-US" sz="600" b="1" cap="all" spc="60">
                          <a:solidFill>
                            <a:schemeClr val="tx1"/>
                          </a:solidFill>
                        </a:rPr>
                        <a:t>Responsible</a:t>
                      </a:r>
                    </a:p>
                  </a:txBody>
                  <a:tcPr marL="13496" marR="13496" marT="44790" marB="44790" anchor="b">
                    <a:lnL w="12700" cmpd="sng">
                      <a:noFill/>
                    </a:lnL>
                    <a:lnR w="12700" cmpd="sng">
                      <a:noFill/>
                    </a:lnR>
                    <a:lnT w="12700" cmpd="sng">
                      <a:noFill/>
                    </a:lnT>
                    <a:lnB w="38100" cmpd="sng">
                      <a:noFill/>
                    </a:lnB>
                    <a:noFill/>
                  </a:tcPr>
                </a:tc>
                <a:extLst>
                  <a:ext uri="{0D108BD9-81ED-4DB2-BD59-A6C34878D82A}">
                    <a16:rowId xmlns:a16="http://schemas.microsoft.com/office/drawing/2014/main" val="3513266480"/>
                  </a:ext>
                </a:extLst>
              </a:tr>
              <a:tr h="188895">
                <a:tc>
                  <a:txBody>
                    <a:bodyPr/>
                    <a:lstStyle/>
                    <a:p>
                      <a:pPr>
                        <a:buNone/>
                      </a:pPr>
                      <a:r>
                        <a:rPr lang="en-US" sz="800" b="1" cap="none" spc="0">
                          <a:solidFill>
                            <a:schemeClr val="tx1"/>
                          </a:solidFill>
                        </a:rPr>
                        <a:t>Phase 1</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38100" cmpd="sng">
                      <a:noFill/>
                    </a:lnT>
                    <a:lnB w="12700" cmpd="sng">
                      <a:noFill/>
                      <a:prstDash val="solid"/>
                    </a:lnB>
                    <a:noFill/>
                  </a:tcPr>
                </a:tc>
                <a:tc>
                  <a:txBody>
                    <a:bodyPr/>
                    <a:lstStyle/>
                    <a:p>
                      <a:pPr>
                        <a:buNone/>
                      </a:pPr>
                      <a:r>
                        <a:rPr lang="en-US" sz="800" cap="none" spc="0">
                          <a:solidFill>
                            <a:schemeClr val="tx1"/>
                          </a:solidFill>
                        </a:rPr>
                        <a:t>Literature Review</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US" sz="800" cap="none" spc="0">
                          <a:solidFill>
                            <a:schemeClr val="tx1"/>
                          </a:solidFill>
                        </a:rPr>
                        <a:t>01-10-2025</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US" sz="800" cap="none" spc="0">
                          <a:solidFill>
                            <a:schemeClr val="tx1"/>
                          </a:solidFill>
                        </a:rPr>
                        <a:t>05-10-2025</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US" sz="800" cap="none" spc="0">
                          <a:solidFill>
                            <a:schemeClr val="tx1"/>
                          </a:solidFill>
                        </a:rPr>
                        <a:t>5</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836451993"/>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Requirement Analysis</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06-10-2025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10-10-2025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230936512"/>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Scope Definition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11-10-2025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15-10-2025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160213288"/>
                  </a:ext>
                </a:extLst>
              </a:tr>
              <a:tr h="188895">
                <a:tc>
                  <a:txBody>
                    <a:bodyPr/>
                    <a:lstStyle/>
                    <a:p>
                      <a:pPr>
                        <a:buNone/>
                      </a:pPr>
                      <a:r>
                        <a:rPr lang="en-US" sz="800" b="1" cap="none" spc="0">
                          <a:solidFill>
                            <a:schemeClr val="tx1"/>
                          </a:solidFill>
                        </a:rPr>
                        <a:t>Phase 2</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System Architecture Design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16-10-2025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22-10-2025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7</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736390570"/>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NoSQL Data Model Design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23-10-2025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05-11-2025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14</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063696443"/>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User &amp; Role Management</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06-11-2025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18-11-2025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13</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145656485"/>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Authentication &amp; Authorization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19-11-2025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30-11-2025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12</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47978096"/>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Job Module Implementation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01-12-2025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15-12-2025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271652634"/>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Application Module Implementation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16-12-2025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24-12-2025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9</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964816711"/>
                  </a:ext>
                </a:extLst>
              </a:tr>
              <a:tr h="188895">
                <a:tc>
                  <a:txBody>
                    <a:bodyPr/>
                    <a:lstStyle/>
                    <a:p>
                      <a:pPr>
                        <a:buNone/>
                      </a:pPr>
                      <a:r>
                        <a:rPr lang="en-US" sz="800" b="1" cap="none" spc="0">
                          <a:solidFill>
                            <a:schemeClr val="tx1"/>
                          </a:solidFill>
                        </a:rPr>
                        <a:t>Phase 3</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Employer Dashboard</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10-12-2025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18-12-2025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9</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625010398"/>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Job Posting Interface</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15-12-2025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22-12-2025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8</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88067428"/>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API Integration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20-12-2025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27-12-2025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8</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357303167"/>
                  </a:ext>
                </a:extLst>
              </a:tr>
              <a:tr h="188895">
                <a:tc>
                  <a:txBody>
                    <a:bodyPr/>
                    <a:lstStyle/>
                    <a:p>
                      <a:pPr>
                        <a:buNone/>
                      </a:pPr>
                      <a:r>
                        <a:rPr lang="en-US" sz="800" b="1" cap="none" spc="0">
                          <a:solidFill>
                            <a:schemeClr val="tx1"/>
                          </a:solidFill>
                        </a:rPr>
                        <a:t>Phase 4</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Backend–Frontend Integration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26-12-2025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05-01-2026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11</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867951634"/>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Workflow Validation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06-01-2026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10-01-2026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918673463"/>
                  </a:ext>
                </a:extLst>
              </a:tr>
              <a:tr h="188895">
                <a:tc>
                  <a:txBody>
                    <a:bodyPr/>
                    <a:lstStyle/>
                    <a:p>
                      <a:pPr>
                        <a:buNone/>
                      </a:pPr>
                      <a:r>
                        <a:rPr lang="en-US" sz="800" b="1" cap="none" spc="0">
                          <a:solidFill>
                            <a:schemeClr val="tx1"/>
                          </a:solidFill>
                        </a:rPr>
                        <a:t>Phase 5</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Backend Testing</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05-01-2026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12-01-2026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8</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04571728"/>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Frontend Testing</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08-01-2026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15-01-2026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8</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709401197"/>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Integration Testing</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12-01-2026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18-01-2026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7</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800" cap="none" spc="0">
                          <a:solidFill>
                            <a:schemeClr val="tx1"/>
                          </a:solidFill>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566942829"/>
                  </a:ext>
                </a:extLst>
              </a:tr>
              <a:tr h="188895">
                <a:tc>
                  <a:txBody>
                    <a:bodyPr/>
                    <a:lstStyle/>
                    <a:p>
                      <a:pPr>
                        <a:buNone/>
                      </a:pP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Documentation Writing</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05-01-2026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25-01-2026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21</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347080346"/>
                  </a:ext>
                </a:extLst>
              </a:tr>
              <a:tr h="188895">
                <a:tc>
                  <a:txBody>
                    <a:bodyPr/>
                    <a:lstStyle/>
                    <a:p>
                      <a:pPr>
                        <a:buNone/>
                      </a:pP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800" cap="none" spc="0">
                          <a:solidFill>
                            <a:schemeClr val="tx1"/>
                          </a:solidFill>
                        </a:rPr>
                        <a:t>Final Submission</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800" cap="none" spc="0">
                          <a:solidFill>
                            <a:schemeClr val="tx1"/>
                          </a:solidFill>
                        </a:rPr>
                        <a:t>31-01-2026</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800" cap="none" spc="0">
                          <a:solidFill>
                            <a:schemeClr val="tx1"/>
                          </a:solidFill>
                        </a:rPr>
                        <a:t>31-01-2026</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800" cap="none" spc="0">
                          <a:solidFill>
                            <a:schemeClr val="tx1"/>
                          </a:solidFill>
                        </a:rPr>
                        <a:t>1</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800" cap="none" spc="0">
                          <a:solidFill>
                            <a:schemeClr val="tx1"/>
                          </a:solidFill>
                        </a:rPr>
                        <a:t>Sharjeel &amp; Hamza</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719867842"/>
                  </a:ext>
                </a:extLst>
              </a:tr>
            </a:tbl>
          </a:graphicData>
        </a:graphic>
      </p:graphicFrame>
    </p:spTree>
    <p:extLst>
      <p:ext uri="{BB962C8B-B14F-4D97-AF65-F5344CB8AC3E}">
        <p14:creationId xmlns:p14="http://schemas.microsoft.com/office/powerpoint/2010/main" val="312443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516835"/>
            <a:ext cx="3084844" cy="5772840"/>
          </a:xfrm>
        </p:spPr>
        <p:txBody>
          <a:bodyPr anchor="ctr">
            <a:normAutofit/>
          </a:bodyPr>
          <a:lstStyle/>
          <a:p>
            <a:r>
              <a:rPr lang="en-US" sz="3600" b="1">
                <a:solidFill>
                  <a:srgbClr val="FFFFFF"/>
                </a:solidFill>
                <a:latin typeface="Times New Roman" panose="02020603050405020304" pitchFamily="18" charset="0"/>
                <a:cs typeface="Times New Roman" panose="02020603050405020304" pitchFamily="18" charset="0"/>
              </a:rPr>
              <a:t>Conclusion</a:t>
            </a:r>
          </a:p>
        </p:txBody>
      </p:sp>
      <p:sp>
        <p:nvSpPr>
          <p:cNvPr id="19" name="Rectangle 18">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BSc. Information Engg. Technology</a:t>
            </a:r>
          </a:p>
        </p:txBody>
      </p:sp>
      <p:sp>
        <p:nvSpPr>
          <p:cNvPr id="9" name="Slide Number Placeholder 8"/>
          <p:cNvSpPr>
            <a:spLocks noGrp="1"/>
          </p:cNvSpPr>
          <p:nvPr>
            <p:ph type="sldNum" sz="quarter" idx="12"/>
          </p:nvPr>
        </p:nvSpPr>
        <p:spPr>
          <a:xfrm>
            <a:off x="10123055" y="6459785"/>
            <a:ext cx="1089428" cy="365125"/>
          </a:xfrm>
        </p:spPr>
        <p:txBody>
          <a:bodyPr>
            <a:normAutofit/>
          </a:bodyPr>
          <a:lstStyle/>
          <a:p>
            <a:pPr>
              <a:spcAft>
                <a:spcPts val="600"/>
              </a:spcAft>
            </a:pPr>
            <a:fld id="{B4B15A5F-7F6C-43A1-B098-88BE6151821D}" type="slidenum">
              <a:rPr lang="en-US">
                <a:solidFill>
                  <a:schemeClr val="tx2"/>
                </a:solidFill>
              </a:rPr>
              <a:pPr>
                <a:spcAft>
                  <a:spcPts val="600"/>
                </a:spcAft>
              </a:pPr>
              <a:t>9</a:t>
            </a:fld>
            <a:endParaRPr lang="en-US">
              <a:solidFill>
                <a:schemeClr val="tx2"/>
              </a:solidFill>
            </a:endParaRPr>
          </a:p>
        </p:txBody>
      </p:sp>
      <p:graphicFrame>
        <p:nvGraphicFramePr>
          <p:cNvPr id="11" name="Rectangle 1">
            <a:extLst>
              <a:ext uri="{FF2B5EF4-FFF2-40B4-BE49-F238E27FC236}">
                <a16:creationId xmlns:a16="http://schemas.microsoft.com/office/drawing/2014/main" id="{9CD43C76-55F3-3CF7-7882-E78F460B023E}"/>
              </a:ext>
            </a:extLst>
          </p:cNvPr>
          <p:cNvGraphicFramePr>
            <a:graphicFrameLocks noGrp="1"/>
          </p:cNvGraphicFramePr>
          <p:nvPr>
            <p:ph idx="1"/>
            <p:extLst>
              <p:ext uri="{D42A27DB-BD31-4B8C-83A1-F6EECF244321}">
                <p14:modId xmlns:p14="http://schemas.microsoft.com/office/powerpoint/2010/main" val="1004390905"/>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2764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r>
              <a:rPr lang="en-US" sz="3600" b="1">
                <a:solidFill>
                  <a:srgbClr val="FFFFFF"/>
                </a:solidFill>
                <a:latin typeface="Times New Roman" panose="02020603050405020304" pitchFamily="18" charset="0"/>
                <a:cs typeface="Times New Roman" panose="02020603050405020304" pitchFamily="18" charset="0"/>
              </a:rPr>
              <a:t>References</a:t>
            </a:r>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a:bodyPr>
          <a:lstStyle/>
          <a:p>
            <a:r>
              <a:rPr lang="en-US" dirty="0"/>
              <a:t>[1] Sommerville, </a:t>
            </a:r>
            <a:r>
              <a:rPr lang="en-US" i="1" dirty="0"/>
              <a:t>Software Engineering</a:t>
            </a:r>
            <a:r>
              <a:rPr lang="en-US" dirty="0"/>
              <a:t>, 10th ed., Pearson Education, 2016.</a:t>
            </a:r>
          </a:p>
          <a:p>
            <a:r>
              <a:rPr lang="en-US" dirty="0"/>
              <a:t>[2] MongoDB Inc., </a:t>
            </a:r>
            <a:r>
              <a:rPr lang="en-US" i="1" dirty="0"/>
              <a:t>MongoDB Manual</a:t>
            </a:r>
            <a:r>
              <a:rPr lang="en-US" dirty="0"/>
              <a:t>. Available: https://www.mongodb.com/docs/,Accessed: Jan. 2026.</a:t>
            </a:r>
          </a:p>
          <a:p>
            <a:r>
              <a:rPr lang="en-US" dirty="0"/>
              <a:t>[3] Node.js Foundation</a:t>
            </a:r>
            <a:r>
              <a:rPr lang="en-US" i="1" dirty="0"/>
              <a:t>, Node.js </a:t>
            </a:r>
            <a:r>
              <a:rPr lang="en-US" dirty="0"/>
              <a:t>Documentation.  </a:t>
            </a:r>
            <a:r>
              <a:rPr lang="en-US" dirty="0" err="1"/>
              <a:t>Available:https</a:t>
            </a:r>
            <a:r>
              <a:rPr lang="en-US" dirty="0"/>
              <a:t>://nodejs.org/</a:t>
            </a:r>
            <a:r>
              <a:rPr lang="en-US" dirty="0" err="1"/>
              <a:t>en</a:t>
            </a:r>
            <a:r>
              <a:rPr lang="en-US" dirty="0"/>
              <a:t>/docs/, Accessed: Jan. 2026.</a:t>
            </a:r>
          </a:p>
          <a:p>
            <a:r>
              <a:rPr lang="en-US" dirty="0"/>
              <a:t>[4] </a:t>
            </a:r>
            <a:r>
              <a:rPr lang="en-US" dirty="0" err="1"/>
              <a:t>OpenJS</a:t>
            </a:r>
            <a:r>
              <a:rPr lang="en-US" dirty="0"/>
              <a:t> Foundation, </a:t>
            </a:r>
            <a:r>
              <a:rPr lang="en-US" i="1" dirty="0"/>
              <a:t>Express.js Documentation</a:t>
            </a:r>
            <a:r>
              <a:rPr lang="en-US" dirty="0"/>
              <a:t>. Available: https://expressjs.com/,Accessed: Jan. 2026.</a:t>
            </a:r>
          </a:p>
          <a:p>
            <a:r>
              <a:rPr lang="en-US" dirty="0"/>
              <a:t>[5] Meta Platforms Inc., </a:t>
            </a:r>
            <a:r>
              <a:rPr lang="en-US" i="1" dirty="0"/>
              <a:t>React: A JavaScript Library for Building User </a:t>
            </a:r>
            <a:r>
              <a:rPr lang="en-US" i="1" dirty="0" err="1"/>
              <a:t>Interfaces</a:t>
            </a:r>
            <a:r>
              <a:rPr lang="en-US" dirty="0" err="1"/>
              <a:t>.Available</a:t>
            </a:r>
            <a:r>
              <a:rPr lang="en-US" dirty="0"/>
              <a:t>: https://react.dev/, Accessed: Jan. 2026.</a:t>
            </a:r>
          </a:p>
          <a:p>
            <a:r>
              <a:rPr lang="en-US" dirty="0"/>
              <a:t>[6] R. T. Fielding, “</a:t>
            </a:r>
            <a:r>
              <a:rPr lang="en-US" i="1" dirty="0"/>
              <a:t>Architectural styles and the design of network-based software </a:t>
            </a:r>
            <a:r>
              <a:rPr lang="en-US" i="1" dirty="0" err="1"/>
              <a:t>ar-chitectures</a:t>
            </a:r>
            <a:r>
              <a:rPr lang="en-US" dirty="0"/>
              <a:t>,” Ph.D. dissertation, Univ. of California, Irvine, 2000.</a:t>
            </a:r>
          </a:p>
        </p:txBody>
      </p:sp>
      <p:sp>
        <p:nvSpPr>
          <p:cNvPr id="8" name="Footer Placeholder 7"/>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BSc. Information Engg. Technology</a:t>
            </a:r>
          </a:p>
        </p:txBody>
      </p:sp>
      <p:sp>
        <p:nvSpPr>
          <p:cNvPr id="9" name="Slide Number Placeholder 8"/>
          <p:cNvSpPr>
            <a:spLocks noGrp="1"/>
          </p:cNvSpPr>
          <p:nvPr>
            <p:ph type="sldNum" sz="quarter" idx="12"/>
          </p:nvPr>
        </p:nvSpPr>
        <p:spPr>
          <a:xfrm>
            <a:off x="10123055" y="6459785"/>
            <a:ext cx="1089428" cy="365125"/>
          </a:xfrm>
        </p:spPr>
        <p:txBody>
          <a:bodyPr>
            <a:normAutofit/>
          </a:bodyPr>
          <a:lstStyle/>
          <a:p>
            <a:pPr>
              <a:spcAft>
                <a:spcPts val="600"/>
              </a:spcAft>
            </a:pPr>
            <a:fld id="{B4B15A5F-7F6C-43A1-B098-88BE6151821D}" type="slidenum">
              <a:rPr lang="en-US">
                <a:solidFill>
                  <a:schemeClr val="tx2"/>
                </a:solidFill>
              </a:rPr>
              <a:pPr>
                <a:spcAft>
                  <a:spcPts val="600"/>
                </a:spcAft>
              </a:pPr>
              <a:t>10</a:t>
            </a:fld>
            <a:endParaRPr lang="en-US">
              <a:solidFill>
                <a:schemeClr val="tx2"/>
              </a:solidFill>
            </a:endParaRPr>
          </a:p>
        </p:txBody>
      </p:sp>
    </p:spTree>
    <p:extLst>
      <p:ext uri="{BB962C8B-B14F-4D97-AF65-F5344CB8AC3E}">
        <p14:creationId xmlns:p14="http://schemas.microsoft.com/office/powerpoint/2010/main" val="3735725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EB8A1B5F-0801-4AFF-A489-335B6A851F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3" name="Rectangle 42">
            <a:extLst>
              <a:ext uri="{FF2B5EF4-FFF2-40B4-BE49-F238E27FC236}">
                <a16:creationId xmlns:a16="http://schemas.microsoft.com/office/drawing/2014/main" id="{06201B52-6441-4DBA-BACE-235977581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4" name="Straight Connector 43">
            <a:extLst>
              <a:ext uri="{FF2B5EF4-FFF2-40B4-BE49-F238E27FC236}">
                <a16:creationId xmlns:a16="http://schemas.microsoft.com/office/drawing/2014/main" id="{89DF3DBB-17DD-4058-A944-5578E18A03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5" name="Rectangle 44">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7280" y="758952"/>
            <a:ext cx="10058400" cy="3892168"/>
          </a:xfrm>
        </p:spPr>
        <p:txBody>
          <a:bodyPr vert="horz" lIns="91440" tIns="45720" rIns="91440" bIns="45720" rtlCol="0" anchor="b">
            <a:normAutofit/>
          </a:bodyPr>
          <a:lstStyle/>
          <a:p>
            <a:r>
              <a:rPr lang="en-US" sz="8000" b="1">
                <a:solidFill>
                  <a:schemeClr val="tx1">
                    <a:lumMod val="85000"/>
                    <a:lumOff val="15000"/>
                  </a:schemeClr>
                </a:solidFill>
              </a:rPr>
              <a:t>Any Questions?</a:t>
            </a:r>
            <a:endParaRPr lang="en-US" sz="8000" b="1" dirty="0">
              <a:solidFill>
                <a:schemeClr val="tx1">
                  <a:lumMod val="85000"/>
                  <a:lumOff val="15000"/>
                </a:schemeClr>
              </a:solidFill>
            </a:endParaRPr>
          </a:p>
        </p:txBody>
      </p:sp>
      <p:sp>
        <p:nvSpPr>
          <p:cNvPr id="46" name="Rectangle 45">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7" name="Rectangle 46">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Footer Placeholder 6"/>
          <p:cNvSpPr>
            <a:spLocks noGrp="1"/>
          </p:cNvSpPr>
          <p:nvPr>
            <p:ph type="ftr" sz="quarter" idx="11"/>
          </p:nvPr>
        </p:nvSpPr>
        <p:spPr>
          <a:xfrm>
            <a:off x="3686185" y="6459785"/>
            <a:ext cx="4822804" cy="365125"/>
          </a:xfrm>
        </p:spPr>
        <p:txBody>
          <a:bodyPr vert="horz" lIns="91440" tIns="45720" rIns="91440" bIns="45720" rtlCol="0" anchor="ctr">
            <a:normAutofit/>
          </a:bodyPr>
          <a:lstStyle/>
          <a:p>
            <a:pPr defTabSz="457200">
              <a:spcAft>
                <a:spcPts val="600"/>
              </a:spcAft>
            </a:pPr>
            <a:r>
              <a:rPr lang="en-US" kern="1200" cap="all" baseline="0">
                <a:solidFill>
                  <a:srgbClr val="FFFFFF"/>
                </a:solidFill>
                <a:latin typeface="+mn-lt"/>
                <a:ea typeface="+mn-ea"/>
                <a:cs typeface="+mn-cs"/>
              </a:rPr>
              <a:t>BSc. Information Engg. Technology</a:t>
            </a:r>
          </a:p>
        </p:txBody>
      </p:sp>
      <p:sp>
        <p:nvSpPr>
          <p:cNvPr id="8" name="Slide Number Placeholder 7"/>
          <p:cNvSpPr>
            <a:spLocks noGrp="1"/>
          </p:cNvSpPr>
          <p:nvPr>
            <p:ph type="sldNum" sz="quarter" idx="12"/>
          </p:nvPr>
        </p:nvSpPr>
        <p:spPr>
          <a:xfrm>
            <a:off x="9900458" y="6459785"/>
            <a:ext cx="1312025" cy="365125"/>
          </a:xfrm>
        </p:spPr>
        <p:txBody>
          <a:bodyPr vert="horz" lIns="91440" tIns="45720" rIns="91440" bIns="45720" rtlCol="0" anchor="ctr">
            <a:normAutofit/>
          </a:bodyPr>
          <a:lstStyle/>
          <a:p>
            <a:pPr defTabSz="457200">
              <a:spcAft>
                <a:spcPts val="600"/>
              </a:spcAft>
            </a:pPr>
            <a:fld id="{B4B15A5F-7F6C-43A1-B098-88BE6151821D}" type="slidenum">
              <a:rPr lang="en-US" smtClean="0"/>
              <a:pPr defTabSz="457200">
                <a:spcAft>
                  <a:spcPts val="600"/>
                </a:spcAft>
              </a:pPr>
              <a:t>11</a:t>
            </a:fld>
            <a:endParaRPr lang="en-US"/>
          </a:p>
        </p:txBody>
      </p:sp>
    </p:spTree>
    <p:extLst>
      <p:ext uri="{BB962C8B-B14F-4D97-AF65-F5344CB8AC3E}">
        <p14:creationId xmlns:p14="http://schemas.microsoft.com/office/powerpoint/2010/main" val="3539962789"/>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82</TotalTime>
  <Words>830</Words>
  <Application>Microsoft Office PowerPoint</Application>
  <PresentationFormat>Widescreen</PresentationFormat>
  <Paragraphs>195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Retrospect</vt:lpstr>
      <vt:lpstr>WorkFusion: A Hybrid Marketplace for Online Freelancing and Physical Service Hiring</vt:lpstr>
      <vt:lpstr>Problem Statement</vt:lpstr>
      <vt:lpstr>Literature Review</vt:lpstr>
      <vt:lpstr>Business Scope</vt:lpstr>
      <vt:lpstr>Methodology/Framework</vt:lpstr>
      <vt:lpstr>Tools and Languages</vt:lpstr>
      <vt:lpstr>Constraints and Limitation</vt:lpstr>
      <vt:lpstr>Work breakdown with timelines</vt:lpstr>
      <vt:lpstr>Conclusion</vt:lpstr>
      <vt:lpstr>References</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Afifa Zaffar</dc:creator>
  <cp:lastModifiedBy>Muhammad Sharjeel Bin Riaz</cp:lastModifiedBy>
  <cp:revision>7</cp:revision>
  <dcterms:created xsi:type="dcterms:W3CDTF">2023-08-24T09:23:57Z</dcterms:created>
  <dcterms:modified xsi:type="dcterms:W3CDTF">2026-02-15T21:39:31Z</dcterms:modified>
</cp:coreProperties>
</file>